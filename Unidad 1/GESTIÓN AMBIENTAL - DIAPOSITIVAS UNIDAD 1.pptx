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57" r:id="rId5"/>
    <p:sldId id="258" r:id="rId6"/>
    <p:sldId id="260" r:id="rId7"/>
    <p:sldId id="261" r:id="rId8"/>
    <p:sldId id="262" r:id="rId9"/>
    <p:sldId id="263" r:id="rId10"/>
    <p:sldId id="265" r:id="rId11"/>
    <p:sldId id="267" r:id="rId12"/>
    <p:sldId id="268" r:id="rId13"/>
    <p:sldId id="269" r:id="rId14"/>
    <p:sldId id="276" r:id="rId15"/>
    <p:sldId id="278" r:id="rId16"/>
    <p:sldId id="277" r:id="rId17"/>
    <p:sldId id="270" r:id="rId18"/>
    <p:sldId id="271" r:id="rId19"/>
    <p:sldId id="272" r:id="rId20"/>
    <p:sldId id="273" r:id="rId21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03F8-5006-4766-8BEA-9ED944458BEA}" type="datetimeFigureOut">
              <a:rPr lang="es-CL" smtClean="0"/>
              <a:t>29-03-2022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7839-6660-4B3E-A105-12F025CD91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4133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03F8-5006-4766-8BEA-9ED944458BEA}" type="datetimeFigureOut">
              <a:rPr lang="es-CL" smtClean="0"/>
              <a:t>29-03-2022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7839-6660-4B3E-A105-12F025CD91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4073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03F8-5006-4766-8BEA-9ED944458BEA}" type="datetimeFigureOut">
              <a:rPr lang="es-CL" smtClean="0"/>
              <a:t>29-03-2022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7839-6660-4B3E-A105-12F025CD91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688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03F8-5006-4766-8BEA-9ED944458BEA}" type="datetimeFigureOut">
              <a:rPr lang="es-CL" smtClean="0"/>
              <a:t>29-03-2022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7839-6660-4B3E-A105-12F025CD91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5075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03F8-5006-4766-8BEA-9ED944458BEA}" type="datetimeFigureOut">
              <a:rPr lang="es-CL" smtClean="0"/>
              <a:t>29-03-2022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7839-6660-4B3E-A105-12F025CD91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5434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03F8-5006-4766-8BEA-9ED944458BEA}" type="datetimeFigureOut">
              <a:rPr lang="es-CL" smtClean="0"/>
              <a:t>29-03-2022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7839-6660-4B3E-A105-12F025CD91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564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03F8-5006-4766-8BEA-9ED944458BEA}" type="datetimeFigureOut">
              <a:rPr lang="es-CL" smtClean="0"/>
              <a:t>29-03-2022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7839-6660-4B3E-A105-12F025CD91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8887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03F8-5006-4766-8BEA-9ED944458BEA}" type="datetimeFigureOut">
              <a:rPr lang="es-CL" smtClean="0"/>
              <a:t>29-03-2022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7839-6660-4B3E-A105-12F025CD91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4233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03F8-5006-4766-8BEA-9ED944458BEA}" type="datetimeFigureOut">
              <a:rPr lang="es-CL" smtClean="0"/>
              <a:t>29-03-2022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7839-6660-4B3E-A105-12F025CD91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2836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03F8-5006-4766-8BEA-9ED944458BEA}" type="datetimeFigureOut">
              <a:rPr lang="es-CL" smtClean="0"/>
              <a:t>29-03-2022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7839-6660-4B3E-A105-12F025CD91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12917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B03F8-5006-4766-8BEA-9ED944458BEA}" type="datetimeFigureOut">
              <a:rPr lang="es-CL" smtClean="0"/>
              <a:t>29-03-2022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7839-6660-4B3E-A105-12F025CD91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099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B03F8-5006-4766-8BEA-9ED944458BEA}" type="datetimeFigureOut">
              <a:rPr lang="es-CL" smtClean="0"/>
              <a:t>29-03-2022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87839-6660-4B3E-A105-12F025CD91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4197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ychile.cl/Navegar?idNorma=105705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b="1" dirty="0" smtClean="0">
                <a:solidFill>
                  <a:srgbClr val="006600"/>
                </a:solidFill>
              </a:rPr>
              <a:t>GESTIÓN AMBIENTAL</a:t>
            </a:r>
            <a:endParaRPr lang="es-CL" b="1" dirty="0">
              <a:solidFill>
                <a:srgbClr val="006600"/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b="1" dirty="0" smtClean="0">
                <a:solidFill>
                  <a:srgbClr val="0000CC"/>
                </a:solidFill>
              </a:rPr>
              <a:t>Dr. Osvaldo </a:t>
            </a:r>
            <a:r>
              <a:rPr lang="es-CL" b="1" dirty="0" err="1" smtClean="0">
                <a:solidFill>
                  <a:srgbClr val="0000CC"/>
                </a:solidFill>
              </a:rPr>
              <a:t>Pavez</a:t>
            </a:r>
            <a:endParaRPr lang="es-CL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299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s-CL" dirty="0" smtClean="0"/>
          </a:p>
          <a:p>
            <a:pPr marL="0" indent="0" algn="ctr">
              <a:buNone/>
            </a:pPr>
            <a:r>
              <a:rPr lang="es-CL" sz="3600" b="1" dirty="0" smtClean="0">
                <a:solidFill>
                  <a:srgbClr val="006600"/>
                </a:solidFill>
              </a:rPr>
              <a:t>UNIDAD 1</a:t>
            </a:r>
          </a:p>
          <a:p>
            <a:pPr marL="0" indent="0" algn="ctr">
              <a:buNone/>
            </a:pPr>
            <a:endParaRPr lang="es-CL" sz="3600" b="1" dirty="0" smtClean="0">
              <a:solidFill>
                <a:srgbClr val="006600"/>
              </a:solidFill>
            </a:endParaRPr>
          </a:p>
          <a:p>
            <a:pPr marL="0" indent="0" algn="ctr">
              <a:buNone/>
            </a:pPr>
            <a:r>
              <a:rPr lang="es-CL" sz="3600" b="1" dirty="0" smtClean="0">
                <a:solidFill>
                  <a:srgbClr val="006600"/>
                </a:solidFill>
              </a:rPr>
              <a:t>CONCEPTOS BÁSICOS Y </a:t>
            </a:r>
          </a:p>
          <a:p>
            <a:pPr marL="0" indent="0" algn="ctr">
              <a:buNone/>
            </a:pPr>
            <a:r>
              <a:rPr lang="es-CL" sz="3600" b="1" dirty="0" smtClean="0">
                <a:solidFill>
                  <a:srgbClr val="006600"/>
                </a:solidFill>
              </a:rPr>
              <a:t>RELACIÓN </a:t>
            </a:r>
            <a:r>
              <a:rPr lang="es-CL" sz="3600" b="1" smtClean="0">
                <a:solidFill>
                  <a:srgbClr val="006600"/>
                </a:solidFill>
              </a:rPr>
              <a:t>EMPRESA - MEDIO </a:t>
            </a:r>
            <a:r>
              <a:rPr lang="es-CL" sz="3600" b="1" dirty="0" smtClean="0">
                <a:solidFill>
                  <a:srgbClr val="006600"/>
                </a:solidFill>
              </a:rPr>
              <a:t>AMBIENTE</a:t>
            </a:r>
            <a:endParaRPr lang="es-CL" sz="3600" b="1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4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dirty="0" smtClean="0">
                <a:solidFill>
                  <a:srgbClr val="0000CC"/>
                </a:solidFill>
              </a:rPr>
              <a:t>MEDIO AMBIENTE: DEFINICIONES</a:t>
            </a:r>
            <a:endParaRPr lang="es-CL" sz="28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L" sz="2000" dirty="0" smtClean="0"/>
              <a:t>Es el entorno centrado en la biodiversidad de especies, donde se incluyen elementos naturales y artificiales que se relacionan entre sí, y que pueden verse modificados a partir del comportamiento humano.</a:t>
            </a:r>
          </a:p>
          <a:p>
            <a:pPr marL="0" indent="0" algn="just">
              <a:buNone/>
            </a:pPr>
            <a:endParaRPr lang="es-CL" sz="2000" dirty="0"/>
          </a:p>
          <a:p>
            <a:pPr marL="0" indent="0" algn="just">
              <a:buNone/>
            </a:pPr>
            <a:r>
              <a:rPr lang="es-CL" sz="2000" dirty="0" smtClean="0"/>
              <a:t>Es un sistema formado por elementos naturales y artificiales que están interrelacionados y que son modificados por la acción humana.</a:t>
            </a:r>
          </a:p>
          <a:p>
            <a:pPr marL="0" indent="0" algn="just">
              <a:buNone/>
            </a:pPr>
            <a:endParaRPr lang="es-CL" sz="2000" dirty="0"/>
          </a:p>
          <a:p>
            <a:pPr marL="0" indent="0" algn="just">
              <a:buNone/>
            </a:pPr>
            <a:r>
              <a:rPr lang="es-CL" sz="2000" dirty="0" smtClean="0"/>
              <a:t>Es un sistema conformado por diversos componentes físicos, químicos y biológicos, así como, sociales y culturales, los cuales se encuentran relacionados unos con otros y establecen las características y el desarrollo de la vida de un lugar.</a:t>
            </a:r>
          </a:p>
        </p:txBody>
      </p:sp>
    </p:spTree>
    <p:extLst>
      <p:ext uri="{BB962C8B-B14F-4D97-AF65-F5344CB8AC3E}">
        <p14:creationId xmlns:p14="http://schemas.microsoft.com/office/powerpoint/2010/main" val="215951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dirty="0" smtClean="0">
                <a:solidFill>
                  <a:srgbClr val="0000CC"/>
                </a:solidFill>
              </a:rPr>
              <a:t>CONCEPTOS BÁSICOS</a:t>
            </a:r>
            <a:endParaRPr lang="es-CL" sz="28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pPr algn="just"/>
            <a:r>
              <a:rPr lang="es-CL" sz="2000" u="sng" dirty="0" smtClean="0">
                <a:solidFill>
                  <a:srgbClr val="006600"/>
                </a:solidFill>
              </a:rPr>
              <a:t>Contaminación ambiental</a:t>
            </a:r>
          </a:p>
          <a:p>
            <a:pPr marL="0" indent="0" algn="just">
              <a:buNone/>
            </a:pPr>
            <a:r>
              <a:rPr lang="es-CL" sz="2000" dirty="0" smtClean="0"/>
              <a:t>Es la presencia </a:t>
            </a:r>
            <a:r>
              <a:rPr lang="es-CL" sz="2000" dirty="0"/>
              <a:t>de componentes nocivos (ya sean químicos, físicos o biológicos) en el medio </a:t>
            </a:r>
            <a:r>
              <a:rPr lang="es-CL" sz="2000" dirty="0" smtClean="0"/>
              <a:t>ambiente, </a:t>
            </a:r>
            <a:r>
              <a:rPr lang="es-CL" sz="2000" dirty="0"/>
              <a:t>que supongan un perjuicio para los seres vivos que lo </a:t>
            </a:r>
            <a:r>
              <a:rPr lang="es-CL" sz="2000" dirty="0" smtClean="0"/>
              <a:t>habitan.</a:t>
            </a:r>
          </a:p>
          <a:p>
            <a:pPr algn="just"/>
            <a:r>
              <a:rPr lang="es-CL" sz="2000" u="sng" dirty="0" smtClean="0">
                <a:solidFill>
                  <a:srgbClr val="006600"/>
                </a:solidFill>
              </a:rPr>
              <a:t>Contaminante</a:t>
            </a:r>
          </a:p>
          <a:p>
            <a:pPr marL="0" indent="0" algn="just">
              <a:buNone/>
            </a:pPr>
            <a:r>
              <a:rPr lang="es-CL" sz="2000" dirty="0" smtClean="0"/>
              <a:t>Todo elemento, compuesto, sustancia, derivado químico o biológico, energía, radiación, ruido, o una combinación de ellos, cuya presencia en el ambiente, en ciertos niveles, concentraciones o periodos de tiempo, puede constituir un riesgo a la salud de las personas, a la calidad de vida de la población, a la preservación de la naturaleza o a la conservación del patrimonio ambiental.</a:t>
            </a:r>
          </a:p>
          <a:p>
            <a:pPr algn="just"/>
            <a:r>
              <a:rPr lang="es-CL" sz="2000" u="sng" dirty="0">
                <a:solidFill>
                  <a:srgbClr val="006600"/>
                </a:solidFill>
              </a:rPr>
              <a:t>Normas de emisión</a:t>
            </a:r>
          </a:p>
          <a:p>
            <a:pPr marL="0" indent="0" algn="just">
              <a:buNone/>
            </a:pPr>
            <a:r>
              <a:rPr lang="es-CL" sz="2000" dirty="0"/>
              <a:t>Las normas que establecen la cantidad máxima permitida para un contaminante medida en el efluente de la fuente emisora.</a:t>
            </a:r>
            <a:endParaRPr lang="es-CL" sz="2000" dirty="0" smtClean="0"/>
          </a:p>
          <a:p>
            <a:pPr algn="just"/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836641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dirty="0" smtClean="0">
                <a:solidFill>
                  <a:srgbClr val="0000CC"/>
                </a:solidFill>
              </a:rPr>
              <a:t>CONCEPTOS BÁSICOS</a:t>
            </a:r>
            <a:endParaRPr lang="es-CL" sz="28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CL" sz="1800" u="sng" dirty="0" smtClean="0">
                <a:solidFill>
                  <a:srgbClr val="006600"/>
                </a:solidFill>
              </a:rPr>
              <a:t>Daño ambiental</a:t>
            </a:r>
          </a:p>
          <a:p>
            <a:pPr marL="0" indent="0" algn="just">
              <a:buNone/>
            </a:pPr>
            <a:r>
              <a:rPr lang="es-CL" sz="1800" dirty="0" smtClean="0"/>
              <a:t>Toda pérdida, disminución, detrimento o menoscabo significativo inferido al medio ambiente o a uno o más de sus componentes.</a:t>
            </a:r>
          </a:p>
          <a:p>
            <a:pPr algn="just"/>
            <a:r>
              <a:rPr lang="es-CL" sz="1800" u="sng" dirty="0" smtClean="0">
                <a:solidFill>
                  <a:srgbClr val="006600"/>
                </a:solidFill>
              </a:rPr>
              <a:t>Impacto ambiental</a:t>
            </a:r>
          </a:p>
          <a:p>
            <a:pPr marL="0" indent="0" algn="just">
              <a:buNone/>
            </a:pPr>
            <a:r>
              <a:rPr lang="es-CL" sz="1800" dirty="0" smtClean="0"/>
              <a:t>La alteración del medio ambiente, provocada directa o indirectamente por un proyecto o actividad en un área determinada.</a:t>
            </a:r>
            <a:endParaRPr lang="es-CL" sz="1800" dirty="0"/>
          </a:p>
          <a:p>
            <a:pPr algn="just"/>
            <a:r>
              <a:rPr lang="es-CL" sz="1800" u="sng" dirty="0" smtClean="0">
                <a:solidFill>
                  <a:srgbClr val="006600"/>
                </a:solidFill>
              </a:rPr>
              <a:t>Evaluación de impacto ambiental</a:t>
            </a:r>
          </a:p>
          <a:p>
            <a:pPr marL="0" indent="0" algn="just">
              <a:buNone/>
            </a:pPr>
            <a:r>
              <a:rPr lang="es-CL" sz="1800" dirty="0" smtClean="0"/>
              <a:t>El procedimiento a cargo del Servicio de Evaluación Ambiental, que, en base a un Estudio o Declaración de Impacto ambiental, determina si el impacto ambiental de una actividad o proyecto se ajusta a las normas vigentes.</a:t>
            </a:r>
          </a:p>
          <a:p>
            <a:pPr algn="just"/>
            <a:r>
              <a:rPr lang="es-CL" sz="1800" u="sng" dirty="0" smtClean="0">
                <a:solidFill>
                  <a:srgbClr val="006600"/>
                </a:solidFill>
              </a:rPr>
              <a:t>Medio ambiente libre de contaminación</a:t>
            </a:r>
          </a:p>
          <a:p>
            <a:pPr marL="0" indent="0" algn="just">
              <a:buNone/>
            </a:pPr>
            <a:r>
              <a:rPr lang="es-CL" sz="1800" dirty="0" smtClean="0"/>
              <a:t>Aquel en que los contaminantes se encuentran en concentraciones y periodos inferiores a aquéllos susceptibles de constituir un riesgo a la salud de las personas, a la calidad de vida de la población, a la preservación de la naturaleza o a la conservación del patrimonio ambiental.</a:t>
            </a:r>
          </a:p>
        </p:txBody>
      </p:sp>
    </p:spTree>
    <p:extLst>
      <p:ext uri="{BB962C8B-B14F-4D97-AF65-F5344CB8AC3E}">
        <p14:creationId xmlns:p14="http://schemas.microsoft.com/office/powerpoint/2010/main" val="2790832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dirty="0" smtClean="0">
                <a:solidFill>
                  <a:srgbClr val="0000CC"/>
                </a:solidFill>
              </a:rPr>
              <a:t>CONCEPTOS BÁSICOS</a:t>
            </a:r>
            <a:endParaRPr lang="es-CL" sz="28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L" sz="1800" u="sng" dirty="0" smtClean="0">
                <a:solidFill>
                  <a:srgbClr val="006600"/>
                </a:solidFill>
              </a:rPr>
              <a:t>Protección del medio ambiente</a:t>
            </a:r>
          </a:p>
          <a:p>
            <a:pPr marL="0" indent="0" algn="just">
              <a:buNone/>
            </a:pPr>
            <a:r>
              <a:rPr lang="es-CL" sz="1800" dirty="0" smtClean="0"/>
              <a:t>El conjunto de políticas, planes, programas, normas y acciones destinados a mejorar el medio ambiente y a prevenir y controlar su deterioro.</a:t>
            </a:r>
          </a:p>
          <a:p>
            <a:pPr algn="just"/>
            <a:r>
              <a:rPr lang="es-CL" sz="1800" u="sng" dirty="0" smtClean="0">
                <a:solidFill>
                  <a:srgbClr val="006600"/>
                </a:solidFill>
              </a:rPr>
              <a:t>Zona saturada</a:t>
            </a:r>
          </a:p>
          <a:p>
            <a:pPr marL="0" indent="0" algn="just">
              <a:buNone/>
            </a:pPr>
            <a:r>
              <a:rPr lang="es-CL" sz="1800" dirty="0" smtClean="0"/>
              <a:t>Aquélla en que una o más normas de calidad ambiental de encuentran sobrepasadas.</a:t>
            </a:r>
          </a:p>
          <a:p>
            <a:pPr algn="just"/>
            <a:r>
              <a:rPr lang="es-CL" sz="1800" u="sng" dirty="0" smtClean="0">
                <a:solidFill>
                  <a:srgbClr val="006600"/>
                </a:solidFill>
              </a:rPr>
              <a:t>Zona latente</a:t>
            </a:r>
          </a:p>
          <a:p>
            <a:pPr marL="0" indent="0" algn="just">
              <a:buNone/>
            </a:pPr>
            <a:r>
              <a:rPr lang="es-CL" sz="1800" dirty="0" smtClean="0"/>
              <a:t>Aquélla en que la medición de la concentración de contaminantes en el aire, agua o suelo se sitúa entre el 80% y el 100% del valor de la respectiva norma de calidad ambiental.</a:t>
            </a:r>
          </a:p>
          <a:p>
            <a:pPr algn="just"/>
            <a:r>
              <a:rPr lang="es-CL" sz="1800" u="sng" dirty="0" smtClean="0">
                <a:solidFill>
                  <a:srgbClr val="006600"/>
                </a:solidFill>
              </a:rPr>
              <a:t>Desarrollo sustentable</a:t>
            </a:r>
          </a:p>
          <a:p>
            <a:pPr marL="0" indent="0" algn="just">
              <a:buNone/>
            </a:pPr>
            <a:r>
              <a:rPr lang="es-CL" sz="1800" dirty="0" smtClean="0"/>
              <a:t>El proceso de mejoramiento sostenido y equitativo de la calidad de vida de las personas, fundado en medidas apropiadas de conservación y protección del medio ambiente, de manera de no comprometer la expectativas de las generaciones futuras. Los ejes del desarrollo sustentable son: económico, social y ambiental.</a:t>
            </a:r>
          </a:p>
          <a:p>
            <a:pPr algn="just"/>
            <a:r>
              <a:rPr lang="es-CL" sz="1800" u="sng" dirty="0" smtClean="0">
                <a:solidFill>
                  <a:srgbClr val="006600"/>
                </a:solidFill>
              </a:rPr>
              <a:t>Línea base</a:t>
            </a:r>
          </a:p>
          <a:p>
            <a:pPr marL="0" indent="0" algn="just">
              <a:buNone/>
            </a:pPr>
            <a:r>
              <a:rPr lang="es-CL" sz="1800" dirty="0" smtClean="0"/>
              <a:t>La descripción detallada del área de influencia de un proyecto o actividad, en forma previa a su ejecución.</a:t>
            </a:r>
          </a:p>
        </p:txBody>
      </p:sp>
    </p:spTree>
    <p:extLst>
      <p:ext uri="{BB962C8B-B14F-4D97-AF65-F5344CB8AC3E}">
        <p14:creationId xmlns:p14="http://schemas.microsoft.com/office/powerpoint/2010/main" val="387491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dirty="0" smtClean="0">
                <a:solidFill>
                  <a:srgbClr val="0000CC"/>
                </a:solidFill>
              </a:rPr>
              <a:t>CONCEPTOS BÁSICOS</a:t>
            </a:r>
            <a:endParaRPr lang="es-CL" sz="28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pPr algn="just"/>
            <a:r>
              <a:rPr lang="es-CL" sz="2000" u="sng" dirty="0" smtClean="0">
                <a:solidFill>
                  <a:srgbClr val="006600"/>
                </a:solidFill>
              </a:rPr>
              <a:t>Ecosistema</a:t>
            </a:r>
          </a:p>
          <a:p>
            <a:pPr marL="0" indent="0" algn="just">
              <a:buNone/>
            </a:pPr>
            <a:r>
              <a:rPr lang="es-CL" sz="2000" dirty="0" smtClean="0"/>
              <a:t>Es un sistema biológico constituido por una comunidad de organismos vivos (biocenosis) y el medio físico donde se relacionan. Se trata de una unidad compuesta de organismos independientes que comparten el mismo hábitat.</a:t>
            </a:r>
            <a:endParaRPr lang="es-CL" sz="2000" u="sng" dirty="0">
              <a:solidFill>
                <a:srgbClr val="006600"/>
              </a:solidFill>
            </a:endParaRPr>
          </a:p>
          <a:p>
            <a:pPr algn="just"/>
            <a:r>
              <a:rPr lang="es-CL" sz="2000" u="sng" dirty="0" smtClean="0">
                <a:solidFill>
                  <a:srgbClr val="006600"/>
                </a:solidFill>
              </a:rPr>
              <a:t>Biodiversidad</a:t>
            </a:r>
          </a:p>
          <a:p>
            <a:pPr marL="0" indent="0" algn="just">
              <a:buNone/>
            </a:pPr>
            <a:r>
              <a:rPr lang="es-CL" sz="2000" dirty="0" smtClean="0"/>
              <a:t>La variabilidad de los organismos vivos que forman parte de todos los ecosistemas terrestres y acuáticos. Incluye la diversidad dentro de una misma especie, entre especies y entre ecosistemas.</a:t>
            </a:r>
          </a:p>
          <a:p>
            <a:pPr algn="just"/>
            <a:r>
              <a:rPr lang="es-CL" sz="2000" u="sng" dirty="0" smtClean="0">
                <a:solidFill>
                  <a:srgbClr val="006600"/>
                </a:solidFill>
              </a:rPr>
              <a:t>Cambio climático</a:t>
            </a:r>
          </a:p>
          <a:p>
            <a:pPr marL="0" indent="0" algn="just">
              <a:buNone/>
            </a:pPr>
            <a:r>
              <a:rPr lang="es-CL" sz="2000" dirty="0" smtClean="0"/>
              <a:t>Cambio de clima atribuido directa o indirectamente a la actividad humana que altera la composición de la atmósfera mundial y que se suma a la variabilidad natural del clima observada durante períodos de tiempo comparables.</a:t>
            </a:r>
          </a:p>
        </p:txBody>
      </p:sp>
    </p:spTree>
    <p:extLst>
      <p:ext uri="{BB962C8B-B14F-4D97-AF65-F5344CB8AC3E}">
        <p14:creationId xmlns:p14="http://schemas.microsoft.com/office/powerpoint/2010/main" val="61046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dirty="0" smtClean="0">
                <a:solidFill>
                  <a:srgbClr val="0000CC"/>
                </a:solidFill>
              </a:rPr>
              <a:t>EMPRESA Y MEDIO AMBIENTE</a:t>
            </a:r>
            <a:endParaRPr lang="es-CL" sz="28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15231"/>
            <a:ext cx="8229600" cy="5526137"/>
          </a:xfrm>
        </p:spPr>
        <p:txBody>
          <a:bodyPr>
            <a:normAutofit/>
          </a:bodyPr>
          <a:lstStyle/>
          <a:p>
            <a:pPr lvl="0" algn="just"/>
            <a:r>
              <a:rPr lang="es-CL" sz="2000" dirty="0">
                <a:solidFill>
                  <a:prstClr val="black"/>
                </a:solidFill>
              </a:rPr>
              <a:t>La identificación de los aspectos </a:t>
            </a:r>
            <a:r>
              <a:rPr lang="es-CL" sz="2000" dirty="0" smtClean="0">
                <a:solidFill>
                  <a:prstClr val="black"/>
                </a:solidFill>
              </a:rPr>
              <a:t>ambientales </a:t>
            </a:r>
            <a:r>
              <a:rPr lang="es-CL" sz="2000" dirty="0">
                <a:solidFill>
                  <a:prstClr val="black"/>
                </a:solidFill>
              </a:rPr>
              <a:t>y la evaluación de los efectos asociados a una actividad </a:t>
            </a:r>
            <a:r>
              <a:rPr lang="es-CL" sz="2000" dirty="0" smtClean="0">
                <a:solidFill>
                  <a:prstClr val="black"/>
                </a:solidFill>
              </a:rPr>
              <a:t>industrial</a:t>
            </a:r>
            <a:r>
              <a:rPr lang="es-CL" sz="2000" dirty="0">
                <a:solidFill>
                  <a:prstClr val="black"/>
                </a:solidFill>
              </a:rPr>
              <a:t>, es fundamental para conocer el impacto </a:t>
            </a:r>
            <a:r>
              <a:rPr lang="es-CL" sz="2000" dirty="0" smtClean="0">
                <a:solidFill>
                  <a:prstClr val="black"/>
                </a:solidFill>
              </a:rPr>
              <a:t>ambiental </a:t>
            </a:r>
            <a:r>
              <a:rPr lang="es-CL" sz="2000" dirty="0">
                <a:solidFill>
                  <a:prstClr val="black"/>
                </a:solidFill>
              </a:rPr>
              <a:t>que generan las actividades, productos o servicios, y poder establecer </a:t>
            </a:r>
            <a:r>
              <a:rPr lang="es-CL" sz="2000" dirty="0" smtClean="0">
                <a:solidFill>
                  <a:prstClr val="black"/>
                </a:solidFill>
              </a:rPr>
              <a:t>objetivos </a:t>
            </a:r>
            <a:r>
              <a:rPr lang="es-CL" sz="2000" dirty="0">
                <a:solidFill>
                  <a:prstClr val="black"/>
                </a:solidFill>
              </a:rPr>
              <a:t>y metas medioambientales. </a:t>
            </a:r>
            <a:endParaRPr lang="es-CL" sz="2000" dirty="0" smtClean="0">
              <a:solidFill>
                <a:prstClr val="black"/>
              </a:solidFill>
            </a:endParaRPr>
          </a:p>
          <a:p>
            <a:pPr lvl="0" algn="just"/>
            <a:r>
              <a:rPr lang="es-CL" sz="2000" dirty="0" smtClean="0">
                <a:solidFill>
                  <a:prstClr val="black"/>
                </a:solidFill>
              </a:rPr>
              <a:t>En una empresa se pueden identificar </a:t>
            </a:r>
            <a:r>
              <a:rPr lang="es-CL" sz="2000" dirty="0">
                <a:solidFill>
                  <a:prstClr val="black"/>
                </a:solidFill>
              </a:rPr>
              <a:t>a</a:t>
            </a:r>
            <a:r>
              <a:rPr lang="es-CL" sz="2000" dirty="0" smtClean="0">
                <a:solidFill>
                  <a:prstClr val="black"/>
                </a:solidFill>
              </a:rPr>
              <a:t>spectos ambientales insignificantes, poco significativos y muy significativos. La preocupación gira en torno a resolver los aspectos ambientales significativos.</a:t>
            </a:r>
            <a:endParaRPr lang="es-CL" sz="2000" dirty="0">
              <a:solidFill>
                <a:prstClr val="black"/>
              </a:solidFill>
            </a:endParaRPr>
          </a:p>
          <a:p>
            <a:pPr algn="just"/>
            <a:r>
              <a:rPr lang="es-CL" sz="2000" dirty="0"/>
              <a:t>Los a</a:t>
            </a:r>
            <a:r>
              <a:rPr lang="es-CL" sz="2000" dirty="0" smtClean="0"/>
              <a:t>spectos ambientales </a:t>
            </a:r>
            <a:r>
              <a:rPr lang="es-CL" sz="2000" dirty="0"/>
              <a:t>son los elementos o características de una actividad, producto o servicio susceptibles de interactuar con el medio ambiente. Por otra parte, el </a:t>
            </a:r>
            <a:r>
              <a:rPr lang="es-CL" sz="2000" dirty="0" smtClean="0"/>
              <a:t>impacto ambiental </a:t>
            </a:r>
            <a:r>
              <a:rPr lang="es-CL" sz="2000" dirty="0"/>
              <a:t>es la transformación o cambio que se produce en el medio a </a:t>
            </a:r>
            <a:r>
              <a:rPr lang="es-CL" sz="2000" dirty="0" smtClean="0"/>
              <a:t>causa </a:t>
            </a:r>
            <a:r>
              <a:rPr lang="es-CL" sz="2000" dirty="0"/>
              <a:t>de un aspecto </a:t>
            </a:r>
            <a:r>
              <a:rPr lang="es-CL" sz="2000" dirty="0" smtClean="0"/>
              <a:t>ambiental.</a:t>
            </a:r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316455"/>
              </p:ext>
            </p:extLst>
          </p:nvPr>
        </p:nvGraphicFramePr>
        <p:xfrm>
          <a:off x="909936" y="4916329"/>
          <a:ext cx="7776864" cy="1752600"/>
        </p:xfrm>
        <a:graphic>
          <a:graphicData uri="http://schemas.openxmlformats.org/drawingml/2006/table">
            <a:tbl>
              <a:tblPr firstRow="1" firstCol="1" bandRow="1"/>
              <a:tblGrid>
                <a:gridCol w="3888432"/>
                <a:gridCol w="3888432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L" sz="2000" dirty="0">
                          <a:solidFill>
                            <a:srgbClr val="0066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Aspectos ambientales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L" sz="2000" dirty="0">
                          <a:solidFill>
                            <a:srgbClr val="00660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Impactos ambientales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L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Residuos sólidos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L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Contaminación del suelo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L" sz="2000">
                          <a:effectLst/>
                          <a:latin typeface="Calibri"/>
                          <a:ea typeface="Calibri"/>
                          <a:cs typeface="Times New Roman"/>
                        </a:rPr>
                        <a:t>Aguas residuales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L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Contaminación del medio hídrico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L" sz="2000">
                          <a:effectLst/>
                          <a:latin typeface="Calibri"/>
                          <a:ea typeface="Calibri"/>
                          <a:cs typeface="Times New Roman"/>
                        </a:rPr>
                        <a:t>Emisiones gaseosas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L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Contaminación atmosférica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L" sz="2000">
                          <a:effectLst/>
                          <a:latin typeface="Calibri"/>
                          <a:ea typeface="Calibri"/>
                          <a:cs typeface="Times New Roman"/>
                        </a:rPr>
                        <a:t>Ruido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CL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Contaminación acústica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20850" y="32496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397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dirty="0" smtClean="0">
                <a:solidFill>
                  <a:srgbClr val="0000CC"/>
                </a:solidFill>
              </a:rPr>
              <a:t>EMPRESA Y MEDIO AMBIENTE</a:t>
            </a:r>
            <a:endParaRPr lang="es-CL" sz="28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529408"/>
            <a:ext cx="8229600" cy="4995936"/>
          </a:xfrm>
        </p:spPr>
        <p:txBody>
          <a:bodyPr>
            <a:normAutofit/>
          </a:bodyPr>
          <a:lstStyle/>
          <a:p>
            <a:pPr algn="just"/>
            <a:r>
              <a:rPr lang="es-CL" sz="2400" dirty="0" smtClean="0"/>
              <a:t>La </a:t>
            </a:r>
            <a:r>
              <a:rPr lang="es-CL" sz="2400" dirty="0"/>
              <a:t>mayoría de los nuevos mercados, normalmente de los países desarrollados, han introducido exigencias ambientales cada vez más restrictivas al comercio internacional. </a:t>
            </a:r>
            <a:endParaRPr lang="es-CL" sz="2400" dirty="0" smtClean="0"/>
          </a:p>
          <a:p>
            <a:pPr algn="just"/>
            <a:endParaRPr lang="es-CL" sz="2400" dirty="0"/>
          </a:p>
          <a:p>
            <a:pPr algn="just"/>
            <a:r>
              <a:rPr lang="es-CL" sz="2400" dirty="0" smtClean="0"/>
              <a:t>Lo </a:t>
            </a:r>
            <a:r>
              <a:rPr lang="es-CL" sz="2400" dirty="0"/>
              <a:t>anterior </a:t>
            </a:r>
            <a:r>
              <a:rPr lang="es-CL" sz="2400" dirty="0" smtClean="0"/>
              <a:t>ocurre como </a:t>
            </a:r>
            <a:r>
              <a:rPr lang="es-CL" sz="2400" dirty="0"/>
              <a:t>consecuencia de una mayor conciencia ambiental de los consumidores y las presiones de las empresas y trabajadores para cumplir con las normas ambientales. </a:t>
            </a:r>
            <a:endParaRPr lang="es-CL" sz="2400" dirty="0" smtClean="0"/>
          </a:p>
          <a:p>
            <a:pPr algn="just"/>
            <a:endParaRPr lang="es-CL" sz="2400" dirty="0"/>
          </a:p>
          <a:p>
            <a:pPr algn="just"/>
            <a:r>
              <a:rPr lang="es-CL" sz="2400" dirty="0" smtClean="0"/>
              <a:t>Algunas </a:t>
            </a:r>
            <a:r>
              <a:rPr lang="es-CL" sz="2400" dirty="0"/>
              <a:t>empresas han movido sus operaciones hacia países con menos restricciones ambientales, afectando el bienestar de la población en dichas </a:t>
            </a:r>
            <a:r>
              <a:rPr lang="es-CL" sz="2400" dirty="0" smtClean="0"/>
              <a:t>comunidades</a:t>
            </a:r>
            <a:r>
              <a:rPr lang="es-CL" sz="2400" dirty="0"/>
              <a:t>.</a:t>
            </a:r>
            <a:endParaRPr lang="es-CL" sz="2400" dirty="0" smtClean="0"/>
          </a:p>
          <a:p>
            <a:pPr algn="just"/>
            <a:endParaRPr lang="es-CL" sz="1800" dirty="0" smtClean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322430"/>
              </p:ext>
            </p:extLst>
          </p:nvPr>
        </p:nvGraphicFramePr>
        <p:xfrm>
          <a:off x="6804250" y="8558768"/>
          <a:ext cx="325120" cy="1371600"/>
        </p:xfrm>
        <a:graphic>
          <a:graphicData uri="http://schemas.openxmlformats.org/drawingml/2006/table">
            <a:tbl>
              <a:tblPr firstRow="1" firstCol="1" bandRow="1"/>
              <a:tblGrid>
                <a:gridCol w="162560"/>
                <a:gridCol w="162560"/>
              </a:tblGrid>
              <a:tr h="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s-CL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20850" y="32496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852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800" b="1" kern="0" dirty="0" smtClean="0">
                <a:solidFill>
                  <a:srgbClr val="0000CC"/>
                </a:solidFill>
                <a:latin typeface="+mn-lt"/>
              </a:rPr>
              <a:t>ETAPAS </a:t>
            </a:r>
            <a:r>
              <a:rPr lang="es-ES" sz="1800" b="1" kern="0" dirty="0">
                <a:solidFill>
                  <a:srgbClr val="0000CC"/>
                </a:solidFill>
                <a:latin typeface="+mn-lt"/>
              </a:rPr>
              <a:t>DE PRODUCCIÓN DE LA INDUSTRIA MINERO-METALURGICA </a:t>
            </a:r>
            <a:r>
              <a:rPr lang="es-ES" sz="1800" b="1" kern="0" dirty="0" smtClean="0">
                <a:solidFill>
                  <a:srgbClr val="0000CC"/>
                </a:solidFill>
                <a:latin typeface="+mn-lt"/>
              </a:rPr>
              <a:t/>
            </a:r>
            <a:br>
              <a:rPr lang="es-ES" sz="1800" b="1" kern="0" dirty="0" smtClean="0">
                <a:solidFill>
                  <a:srgbClr val="0000CC"/>
                </a:solidFill>
                <a:latin typeface="+mn-lt"/>
              </a:rPr>
            </a:br>
            <a:r>
              <a:rPr lang="es-ES" sz="1800" b="1" kern="0" dirty="0" smtClean="0">
                <a:solidFill>
                  <a:srgbClr val="0000CC"/>
                </a:solidFill>
                <a:latin typeface="+mn-lt"/>
              </a:rPr>
              <a:t>Y </a:t>
            </a:r>
            <a:r>
              <a:rPr lang="es-ES" sz="1800" b="1" kern="0" dirty="0">
                <a:solidFill>
                  <a:srgbClr val="0000CC"/>
                </a:solidFill>
                <a:latin typeface="+mn-lt"/>
              </a:rPr>
              <a:t>LA MAGNITUD DE LOS IMPACTOS </a:t>
            </a:r>
            <a:r>
              <a:rPr lang="es-ES" sz="1800" b="1" kern="0" dirty="0" smtClean="0">
                <a:solidFill>
                  <a:srgbClr val="0000CC"/>
                </a:solidFill>
                <a:latin typeface="+mn-lt"/>
              </a:rPr>
              <a:t>AMBIENTALES GENERADOS</a:t>
            </a:r>
            <a:endParaRPr lang="es-CL" sz="1800" b="1" dirty="0">
              <a:solidFill>
                <a:srgbClr val="0000CC"/>
              </a:solidFill>
              <a:latin typeface="+mn-lt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9920"/>
            <a:ext cx="8229600" cy="4524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317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400" dirty="0" smtClean="0">
                <a:solidFill>
                  <a:srgbClr val="0000CC"/>
                </a:solidFill>
              </a:rPr>
              <a:t>PRINCIPALES CONTAMINANTES </a:t>
            </a:r>
            <a:br>
              <a:rPr lang="es-CL" sz="2400" dirty="0" smtClean="0">
                <a:solidFill>
                  <a:srgbClr val="0000CC"/>
                </a:solidFill>
              </a:rPr>
            </a:br>
            <a:r>
              <a:rPr lang="es-CL" sz="2400" dirty="0" smtClean="0">
                <a:solidFill>
                  <a:srgbClr val="0000CC"/>
                </a:solidFill>
              </a:rPr>
              <a:t>DE LA INDUSTRIA MINERO-METALÚRGICA</a:t>
            </a:r>
            <a:endParaRPr lang="es-CL" sz="24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4525963"/>
          </a:xfrm>
        </p:spPr>
        <p:txBody>
          <a:bodyPr/>
          <a:lstStyle/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2000" kern="0" dirty="0">
                <a:latin typeface="Times New Roman" pitchFamily="18" charset="0"/>
              </a:rPr>
              <a:t>Los contaminantes potenciales en minería pueden clasificarse en contaminantes del agua y contaminantes atmosféricos.</a:t>
            </a: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endParaRPr lang="es-ES_tradnl" sz="2000" kern="0" dirty="0">
              <a:latin typeface="Times New Roman" pitchFamily="18" charset="0"/>
            </a:endParaRP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2000" kern="0" dirty="0">
                <a:solidFill>
                  <a:srgbClr val="006600"/>
                </a:solidFill>
                <a:latin typeface="Times New Roman" pitchFamily="18" charset="0"/>
              </a:rPr>
              <a:t>Los contaminantes asociados al agua </a:t>
            </a: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2000" kern="0" dirty="0">
                <a:latin typeface="Times New Roman" pitchFamily="18" charset="0"/>
              </a:rPr>
              <a:t>Ácidos, mercurio, metales como iones o complejos de cobre, plomo, cinc, níquel, hierro, arsénico, cadmio, </a:t>
            </a:r>
            <a:r>
              <a:rPr lang="es-ES_tradnl" sz="2000" kern="0" dirty="0" err="1">
                <a:latin typeface="Times New Roman" pitchFamily="18" charset="0"/>
              </a:rPr>
              <a:t>tiosulfatos</a:t>
            </a:r>
            <a:r>
              <a:rPr lang="es-ES_tradnl" sz="2000" kern="0" dirty="0">
                <a:latin typeface="Times New Roman" pitchFamily="18" charset="0"/>
              </a:rPr>
              <a:t>, compuestos </a:t>
            </a:r>
            <a:r>
              <a:rPr lang="es-ES_tradnl" sz="2000" kern="0" dirty="0" err="1">
                <a:latin typeface="Times New Roman" pitchFamily="18" charset="0"/>
              </a:rPr>
              <a:t>politionatos</a:t>
            </a:r>
            <a:r>
              <a:rPr lang="es-ES_tradnl" sz="2000" kern="0" dirty="0">
                <a:latin typeface="Times New Roman" pitchFamily="18" charset="0"/>
              </a:rPr>
              <a:t> (también resultantes del agua ácida de mina), cianuro de sodio , reactivos de flotación (colectores, espumantes, etc.), aceites utilizados en máquinas y lubricación, sólidos en suspensión (desde coloides a sólidos sedimentables).</a:t>
            </a: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endParaRPr lang="es-ES_tradnl" sz="2000" kern="0" dirty="0">
              <a:latin typeface="Times New Roman" pitchFamily="18" charset="0"/>
            </a:endParaRP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2000" kern="0" dirty="0">
                <a:solidFill>
                  <a:srgbClr val="006600"/>
                </a:solidFill>
                <a:latin typeface="Times New Roman" pitchFamily="18" charset="0"/>
              </a:rPr>
              <a:t>Los contaminantes asociados a la atmósfera </a:t>
            </a: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2000" kern="0" dirty="0">
                <a:latin typeface="Times New Roman" pitchFamily="18" charset="0"/>
              </a:rPr>
              <a:t>Polvos en suspensión, gases producidos durante procesos de combustión u oxidación a altas temperaturas con contaminantes como monóxido y dióxido de carbono, óxidos de nitrógeno, dióxido de azufre, entre otros.</a:t>
            </a:r>
            <a:endParaRPr lang="es-ES" sz="2000" kern="0" dirty="0">
              <a:latin typeface="Times New Roman" pitchFamily="18" charset="0"/>
            </a:endParaRP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1977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1800" b="1" kern="0" dirty="0">
                <a:solidFill>
                  <a:srgbClr val="0000CC"/>
                </a:solidFill>
                <a:latin typeface="Times New Roman" pitchFamily="18" charset="0"/>
              </a:rPr>
              <a:t>REPRESENTACIÓN ESQUEMÁTICA DE LOS TIPOS DE EFLUENTES DE LA INDUSTRIA MINERO-METALÚRGICA DEL COBRE</a:t>
            </a:r>
            <a:endParaRPr lang="es-CL" dirty="0">
              <a:solidFill>
                <a:srgbClr val="0000CC"/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502" y="1600200"/>
            <a:ext cx="650499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913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Autofit/>
          </a:bodyPr>
          <a:lstStyle/>
          <a:p>
            <a:r>
              <a:rPr lang="es-ES" sz="1400" b="1" kern="0" dirty="0">
                <a:solidFill>
                  <a:srgbClr val="0000CC"/>
                </a:solidFill>
                <a:latin typeface="Arial"/>
              </a:rPr>
              <a:t>EFLUENTES MINERO-METALÚRGICOS, SUS CONTAMINANTES Y TECNOLOGÍAS DE TRATAMIENTO MÁS FRECUENTES, PRODUCTOS RESULTANTES Y CONFINAMIENTO</a:t>
            </a:r>
            <a:endParaRPr lang="es-CL" sz="1400" dirty="0">
              <a:solidFill>
                <a:srgbClr val="0000CC"/>
              </a:solidFill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052736"/>
            <a:ext cx="7977934" cy="5302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3302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000" dirty="0" smtClean="0">
                <a:solidFill>
                  <a:srgbClr val="0000CC"/>
                </a:solidFill>
              </a:rPr>
              <a:t>FLOTACIÓN DE ESCORIAS DE COBRE EN PLANTA M. A. MATTA-ENAMI</a:t>
            </a:r>
            <a:endParaRPr lang="es-CL" sz="2000" dirty="0">
              <a:solidFill>
                <a:srgbClr val="0000CC"/>
              </a:solidFill>
            </a:endParaRPr>
          </a:p>
        </p:txBody>
      </p:sp>
      <p:pic>
        <p:nvPicPr>
          <p:cNvPr id="4" name="0 Imagen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973" y="1600200"/>
            <a:ext cx="644005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04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400" dirty="0" smtClean="0">
                <a:solidFill>
                  <a:srgbClr val="0000CC"/>
                </a:solidFill>
              </a:rPr>
              <a:t>TRATAMIENTO DE RELAVES DE MINERA CANDELARIA</a:t>
            </a:r>
            <a:endParaRPr lang="es-CL" sz="2400" dirty="0">
              <a:solidFill>
                <a:srgbClr val="0000CC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grpSp>
        <p:nvGrpSpPr>
          <p:cNvPr id="5" name="Group 111101"/>
          <p:cNvGrpSpPr/>
          <p:nvPr/>
        </p:nvGrpSpPr>
        <p:grpSpPr>
          <a:xfrm>
            <a:off x="863588" y="1938535"/>
            <a:ext cx="7416824" cy="3849291"/>
            <a:chOff x="0" y="0"/>
            <a:chExt cx="5561685" cy="2486198"/>
          </a:xfrm>
        </p:grpSpPr>
        <p:sp>
          <p:nvSpPr>
            <p:cNvPr id="6" name="Rectangle 919"/>
            <p:cNvSpPr/>
            <p:nvPr/>
          </p:nvSpPr>
          <p:spPr>
            <a:xfrm>
              <a:off x="5509876" y="2278089"/>
              <a:ext cx="51809" cy="20810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CL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</a:p>
          </p:txBody>
        </p:sp>
        <p:pic>
          <p:nvPicPr>
            <p:cNvPr id="7" name="Picture 931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242" y="4229"/>
              <a:ext cx="5477409" cy="2373783"/>
            </a:xfrm>
            <a:prstGeom prst="rect">
              <a:avLst/>
            </a:prstGeom>
          </p:spPr>
        </p:pic>
        <p:sp>
          <p:nvSpPr>
            <p:cNvPr id="8" name="Shape 932"/>
            <p:cNvSpPr/>
            <p:nvPr/>
          </p:nvSpPr>
          <p:spPr>
            <a:xfrm>
              <a:off x="0" y="0"/>
              <a:ext cx="5486158" cy="2382521"/>
            </a:xfrm>
            <a:custGeom>
              <a:avLst/>
              <a:gdLst/>
              <a:ahLst/>
              <a:cxnLst/>
              <a:rect l="0" t="0" r="0" b="0"/>
              <a:pathLst>
                <a:path w="5486158" h="2382521">
                  <a:moveTo>
                    <a:pt x="0" y="2382521"/>
                  </a:moveTo>
                  <a:lnTo>
                    <a:pt x="5486158" y="2382521"/>
                  </a:lnTo>
                  <a:lnTo>
                    <a:pt x="5486158" y="0"/>
                  </a:lnTo>
                  <a:lnTo>
                    <a:pt x="0" y="0"/>
                  </a:lnTo>
                  <a:close/>
                </a:path>
              </a:pathLst>
            </a:custGeom>
            <a:ln w="9525" cap="flat">
              <a:miter lim="127000"/>
            </a:ln>
          </p:spPr>
          <p:style>
            <a:lnRef idx="1">
              <a:srgbClr val="231F2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3337561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/>
          </a:bodyPr>
          <a:lstStyle/>
          <a:p>
            <a:r>
              <a:rPr lang="es-CL" sz="2400" dirty="0" smtClean="0">
                <a:solidFill>
                  <a:srgbClr val="0000CC"/>
                </a:solidFill>
              </a:rPr>
              <a:t>PLANTA MAGNETITA  DE CAP MINERÍA</a:t>
            </a:r>
            <a:endParaRPr lang="es-CL" sz="24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  <p:grpSp>
        <p:nvGrpSpPr>
          <p:cNvPr id="4" name="700 Grupo"/>
          <p:cNvGrpSpPr>
            <a:grpSpLocks/>
          </p:cNvGrpSpPr>
          <p:nvPr/>
        </p:nvGrpSpPr>
        <p:grpSpPr bwMode="auto">
          <a:xfrm>
            <a:off x="107950" y="1196975"/>
            <a:ext cx="8867775" cy="4856163"/>
            <a:chOff x="127000" y="103188"/>
            <a:chExt cx="8778875" cy="6615040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981075" y="247650"/>
              <a:ext cx="658813" cy="719138"/>
              <a:chOff x="95" y="113"/>
              <a:chExt cx="276" cy="264"/>
            </a:xfrm>
          </p:grpSpPr>
          <p:sp>
            <p:nvSpPr>
              <p:cNvPr id="681" name="AutoShape 5"/>
              <p:cNvSpPr>
                <a:spLocks noChangeArrowheads="1"/>
              </p:cNvSpPr>
              <p:nvPr/>
            </p:nvSpPr>
            <p:spPr bwMode="auto">
              <a:xfrm flipH="1" flipV="1">
                <a:off x="95" y="113"/>
                <a:ext cx="275" cy="263"/>
              </a:xfrm>
              <a:prstGeom prst="cube">
                <a:avLst>
                  <a:gd name="adj" fmla="val 25000"/>
                </a:avLst>
              </a:prstGeom>
              <a:solidFill>
                <a:srgbClr val="EAEAEA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82" name="Line 6"/>
              <p:cNvSpPr>
                <a:spLocks noChangeShapeType="1"/>
              </p:cNvSpPr>
              <p:nvPr/>
            </p:nvSpPr>
            <p:spPr bwMode="auto">
              <a:xfrm flipV="1">
                <a:off x="195" y="310"/>
                <a:ext cx="66" cy="6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83" name="Line 7"/>
              <p:cNvSpPr>
                <a:spLocks noChangeShapeType="1"/>
              </p:cNvSpPr>
              <p:nvPr/>
            </p:nvSpPr>
            <p:spPr bwMode="auto">
              <a:xfrm flipV="1">
                <a:off x="193" y="153"/>
                <a:ext cx="67" cy="6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84" name="Line 8"/>
              <p:cNvSpPr>
                <a:spLocks noChangeShapeType="1"/>
              </p:cNvSpPr>
              <p:nvPr/>
            </p:nvSpPr>
            <p:spPr bwMode="auto">
              <a:xfrm flipV="1">
                <a:off x="260" y="154"/>
                <a:ext cx="0" cy="1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85" name="Line 9"/>
              <p:cNvSpPr>
                <a:spLocks noChangeShapeType="1"/>
              </p:cNvSpPr>
              <p:nvPr/>
            </p:nvSpPr>
            <p:spPr bwMode="auto">
              <a:xfrm>
                <a:off x="305" y="273"/>
                <a:ext cx="0" cy="10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86" name="Freeform 10"/>
              <p:cNvSpPr>
                <a:spLocks/>
              </p:cNvSpPr>
              <p:nvPr/>
            </p:nvSpPr>
            <p:spPr bwMode="auto">
              <a:xfrm>
                <a:off x="97" y="288"/>
                <a:ext cx="94" cy="86"/>
              </a:xfrm>
              <a:custGeom>
                <a:avLst/>
                <a:gdLst>
                  <a:gd name="T0" fmla="*/ 84 w 96"/>
                  <a:gd name="T1" fmla="*/ 0 h 87"/>
                  <a:gd name="T2" fmla="*/ 84 w 96"/>
                  <a:gd name="T3" fmla="*/ 81 h 87"/>
                  <a:gd name="T4" fmla="*/ 0 w 96"/>
                  <a:gd name="T5" fmla="*/ 81 h 87"/>
                  <a:gd name="T6" fmla="*/ 0 w 96"/>
                  <a:gd name="T7" fmla="*/ 0 h 87"/>
                  <a:gd name="T8" fmla="*/ 84 w 96"/>
                  <a:gd name="T9" fmla="*/ 0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6"/>
                  <a:gd name="T16" fmla="*/ 0 h 87"/>
                  <a:gd name="T17" fmla="*/ 96 w 96"/>
                  <a:gd name="T18" fmla="*/ 87 h 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6" h="87">
                    <a:moveTo>
                      <a:pt x="96" y="0"/>
                    </a:moveTo>
                    <a:lnTo>
                      <a:pt x="96" y="87"/>
                    </a:lnTo>
                    <a:lnTo>
                      <a:pt x="0" y="87"/>
                    </a:lnTo>
                    <a:lnTo>
                      <a:pt x="0" y="0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87" name="Freeform 11"/>
              <p:cNvSpPr>
                <a:spLocks/>
              </p:cNvSpPr>
              <p:nvPr/>
            </p:nvSpPr>
            <p:spPr bwMode="auto">
              <a:xfrm>
                <a:off x="95" y="221"/>
                <a:ext cx="98" cy="67"/>
              </a:xfrm>
              <a:custGeom>
                <a:avLst/>
                <a:gdLst>
                  <a:gd name="T0" fmla="*/ 98 w 98"/>
                  <a:gd name="T1" fmla="*/ 67 h 67"/>
                  <a:gd name="T2" fmla="*/ 0 w 98"/>
                  <a:gd name="T3" fmla="*/ 67 h 67"/>
                  <a:gd name="T4" fmla="*/ 66 w 98"/>
                  <a:gd name="T5" fmla="*/ 0 h 67"/>
                  <a:gd name="T6" fmla="*/ 98 w 98"/>
                  <a:gd name="T7" fmla="*/ 0 h 67"/>
                  <a:gd name="T8" fmla="*/ 98 w 98"/>
                  <a:gd name="T9" fmla="*/ 67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8"/>
                  <a:gd name="T16" fmla="*/ 0 h 67"/>
                  <a:gd name="T17" fmla="*/ 98 w 9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8" h="67">
                    <a:moveTo>
                      <a:pt x="98" y="67"/>
                    </a:moveTo>
                    <a:lnTo>
                      <a:pt x="0" y="67"/>
                    </a:lnTo>
                    <a:lnTo>
                      <a:pt x="66" y="0"/>
                    </a:lnTo>
                    <a:lnTo>
                      <a:pt x="98" y="0"/>
                    </a:lnTo>
                    <a:lnTo>
                      <a:pt x="98" y="67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88" name="Line 12"/>
              <p:cNvSpPr>
                <a:spLocks noChangeShapeType="1"/>
              </p:cNvSpPr>
              <p:nvPr/>
            </p:nvSpPr>
            <p:spPr bwMode="auto">
              <a:xfrm flipV="1">
                <a:off x="193" y="219"/>
                <a:ext cx="0" cy="1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89" name="Freeform 13"/>
              <p:cNvSpPr>
                <a:spLocks/>
              </p:cNvSpPr>
              <p:nvPr/>
            </p:nvSpPr>
            <p:spPr bwMode="auto">
              <a:xfrm>
                <a:off x="193" y="155"/>
                <a:ext cx="66" cy="130"/>
              </a:xfrm>
              <a:custGeom>
                <a:avLst/>
                <a:gdLst>
                  <a:gd name="T0" fmla="*/ 0 w 66"/>
                  <a:gd name="T1" fmla="*/ 130 h 130"/>
                  <a:gd name="T2" fmla="*/ 0 w 66"/>
                  <a:gd name="T3" fmla="*/ 64 h 130"/>
                  <a:gd name="T4" fmla="*/ 66 w 66"/>
                  <a:gd name="T5" fmla="*/ 0 h 130"/>
                  <a:gd name="T6" fmla="*/ 66 w 66"/>
                  <a:gd name="T7" fmla="*/ 66 h 130"/>
                  <a:gd name="T8" fmla="*/ 0 w 66"/>
                  <a:gd name="T9" fmla="*/ 130 h 1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130"/>
                  <a:gd name="T17" fmla="*/ 66 w 66"/>
                  <a:gd name="T18" fmla="*/ 130 h 1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130">
                    <a:moveTo>
                      <a:pt x="0" y="130"/>
                    </a:moveTo>
                    <a:lnTo>
                      <a:pt x="0" y="64"/>
                    </a:lnTo>
                    <a:lnTo>
                      <a:pt x="66" y="0"/>
                    </a:lnTo>
                    <a:lnTo>
                      <a:pt x="66" y="66"/>
                    </a:lnTo>
                    <a:lnTo>
                      <a:pt x="0" y="1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90" name="Freeform 14"/>
              <p:cNvSpPr>
                <a:spLocks/>
              </p:cNvSpPr>
              <p:nvPr/>
            </p:nvSpPr>
            <p:spPr bwMode="auto">
              <a:xfrm>
                <a:off x="195" y="207"/>
                <a:ext cx="175" cy="67"/>
              </a:xfrm>
              <a:custGeom>
                <a:avLst/>
                <a:gdLst>
                  <a:gd name="T0" fmla="*/ 0 w 175"/>
                  <a:gd name="T1" fmla="*/ 67 h 67"/>
                  <a:gd name="T2" fmla="*/ 110 w 175"/>
                  <a:gd name="T3" fmla="*/ 67 h 67"/>
                  <a:gd name="T4" fmla="*/ 175 w 175"/>
                  <a:gd name="T5" fmla="*/ 0 h 67"/>
                  <a:gd name="T6" fmla="*/ 66 w 175"/>
                  <a:gd name="T7" fmla="*/ 0 h 67"/>
                  <a:gd name="T8" fmla="*/ 0 w 175"/>
                  <a:gd name="T9" fmla="*/ 67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5"/>
                  <a:gd name="T16" fmla="*/ 0 h 67"/>
                  <a:gd name="T17" fmla="*/ 175 w 175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5" h="67">
                    <a:moveTo>
                      <a:pt x="0" y="67"/>
                    </a:moveTo>
                    <a:lnTo>
                      <a:pt x="110" y="67"/>
                    </a:lnTo>
                    <a:lnTo>
                      <a:pt x="175" y="0"/>
                    </a:lnTo>
                    <a:lnTo>
                      <a:pt x="66" y="0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91" name="Freeform 15"/>
              <p:cNvSpPr>
                <a:spLocks/>
              </p:cNvSpPr>
              <p:nvPr/>
            </p:nvSpPr>
            <p:spPr bwMode="auto">
              <a:xfrm>
                <a:off x="195" y="208"/>
                <a:ext cx="174" cy="166"/>
              </a:xfrm>
              <a:custGeom>
                <a:avLst/>
                <a:gdLst>
                  <a:gd name="T0" fmla="*/ 0 w 174"/>
                  <a:gd name="T1" fmla="*/ 65 h 166"/>
                  <a:gd name="T2" fmla="*/ 111 w 174"/>
                  <a:gd name="T3" fmla="*/ 65 h 166"/>
                  <a:gd name="T4" fmla="*/ 174 w 174"/>
                  <a:gd name="T5" fmla="*/ 0 h 166"/>
                  <a:gd name="T6" fmla="*/ 174 w 174"/>
                  <a:gd name="T7" fmla="*/ 101 h 166"/>
                  <a:gd name="T8" fmla="*/ 110 w 174"/>
                  <a:gd name="T9" fmla="*/ 166 h 166"/>
                  <a:gd name="T10" fmla="*/ 0 w 174"/>
                  <a:gd name="T11" fmla="*/ 166 h 166"/>
                  <a:gd name="T12" fmla="*/ 0 w 174"/>
                  <a:gd name="T13" fmla="*/ 65 h 1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74"/>
                  <a:gd name="T22" fmla="*/ 0 h 166"/>
                  <a:gd name="T23" fmla="*/ 174 w 174"/>
                  <a:gd name="T24" fmla="*/ 166 h 16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74" h="166">
                    <a:moveTo>
                      <a:pt x="0" y="65"/>
                    </a:moveTo>
                    <a:lnTo>
                      <a:pt x="111" y="65"/>
                    </a:lnTo>
                    <a:lnTo>
                      <a:pt x="174" y="0"/>
                    </a:lnTo>
                    <a:lnTo>
                      <a:pt x="174" y="101"/>
                    </a:lnTo>
                    <a:lnTo>
                      <a:pt x="110" y="166"/>
                    </a:lnTo>
                    <a:lnTo>
                      <a:pt x="0" y="166"/>
                    </a:lnTo>
                    <a:lnTo>
                      <a:pt x="0" y="65"/>
                    </a:lnTo>
                    <a:close/>
                  </a:path>
                </a:pathLst>
              </a:custGeom>
              <a:solidFill>
                <a:srgbClr val="96969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92" name="Freeform 16"/>
              <p:cNvSpPr>
                <a:spLocks/>
              </p:cNvSpPr>
              <p:nvPr/>
            </p:nvSpPr>
            <p:spPr bwMode="auto">
              <a:xfrm>
                <a:off x="95" y="113"/>
                <a:ext cx="276" cy="264"/>
              </a:xfrm>
              <a:custGeom>
                <a:avLst/>
                <a:gdLst>
                  <a:gd name="T0" fmla="*/ 276 w 276"/>
                  <a:gd name="T1" fmla="*/ 0 h 264"/>
                  <a:gd name="T2" fmla="*/ 210 w 276"/>
                  <a:gd name="T3" fmla="*/ 66 h 264"/>
                  <a:gd name="T4" fmla="*/ 0 w 276"/>
                  <a:gd name="T5" fmla="*/ 66 h 264"/>
                  <a:gd name="T6" fmla="*/ 210 w 276"/>
                  <a:gd name="T7" fmla="*/ 66 h 264"/>
                  <a:gd name="T8" fmla="*/ 210 w 276"/>
                  <a:gd name="T9" fmla="*/ 264 h 2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6"/>
                  <a:gd name="T16" fmla="*/ 0 h 264"/>
                  <a:gd name="T17" fmla="*/ 276 w 276"/>
                  <a:gd name="T18" fmla="*/ 264 h 2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6" h="264">
                    <a:moveTo>
                      <a:pt x="276" y="0"/>
                    </a:moveTo>
                    <a:lnTo>
                      <a:pt x="210" y="66"/>
                    </a:lnTo>
                    <a:lnTo>
                      <a:pt x="0" y="66"/>
                    </a:lnTo>
                    <a:lnTo>
                      <a:pt x="210" y="66"/>
                    </a:lnTo>
                    <a:lnTo>
                      <a:pt x="210" y="26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93" name="Rectangle 17"/>
              <p:cNvSpPr>
                <a:spLocks noChangeArrowheads="1"/>
              </p:cNvSpPr>
              <p:nvPr/>
            </p:nvSpPr>
            <p:spPr bwMode="auto">
              <a:xfrm>
                <a:off x="98" y="181"/>
                <a:ext cx="204" cy="192"/>
              </a:xfrm>
              <a:prstGeom prst="rect">
                <a:avLst/>
              </a:prstGeom>
              <a:solidFill>
                <a:srgbClr val="EAEAEA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94" name="AutoShape 18"/>
              <p:cNvSpPr>
                <a:spLocks noChangeArrowheads="1"/>
              </p:cNvSpPr>
              <p:nvPr/>
            </p:nvSpPr>
            <p:spPr bwMode="auto">
              <a:xfrm rot="16200000" flipH="1">
                <a:off x="210" y="216"/>
                <a:ext cx="253" cy="62"/>
              </a:xfrm>
              <a:prstGeom prst="parallelogram">
                <a:avLst>
                  <a:gd name="adj" fmla="val 102016"/>
                </a:avLst>
              </a:prstGeom>
              <a:solidFill>
                <a:srgbClr val="EAEAEA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6" name="Group 19"/>
            <p:cNvGrpSpPr>
              <a:grpSpLocks/>
            </p:cNvGrpSpPr>
            <p:nvPr/>
          </p:nvGrpSpPr>
          <p:grpSpPr bwMode="auto">
            <a:xfrm>
              <a:off x="2114550" y="955675"/>
              <a:ext cx="339725" cy="231775"/>
              <a:chOff x="2706" y="1914"/>
              <a:chExt cx="118" cy="80"/>
            </a:xfrm>
          </p:grpSpPr>
          <p:sp>
            <p:nvSpPr>
              <p:cNvPr id="679" name="Rectangle 20"/>
              <p:cNvSpPr>
                <a:spLocks noChangeArrowheads="1"/>
              </p:cNvSpPr>
              <p:nvPr/>
            </p:nvSpPr>
            <p:spPr bwMode="auto">
              <a:xfrm>
                <a:off x="2706" y="1914"/>
                <a:ext cx="118" cy="8"/>
              </a:xfrm>
              <a:prstGeom prst="rect">
                <a:avLst/>
              </a:prstGeom>
              <a:gradFill rotWithShape="1">
                <a:gsLst>
                  <a:gs pos="0">
                    <a:srgbClr val="475E00"/>
                  </a:gs>
                  <a:gs pos="50000">
                    <a:srgbClr val="99CC00"/>
                  </a:gs>
                  <a:gs pos="100000">
                    <a:srgbClr val="475E00"/>
                  </a:gs>
                </a:gsLst>
                <a:lin ang="0" scaled="1"/>
              </a:gra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80" name="AutoShape 21"/>
              <p:cNvSpPr>
                <a:spLocks noChangeArrowheads="1"/>
              </p:cNvSpPr>
              <p:nvPr/>
            </p:nvSpPr>
            <p:spPr bwMode="auto">
              <a:xfrm>
                <a:off x="2706" y="1922"/>
                <a:ext cx="118" cy="72"/>
              </a:xfrm>
              <a:prstGeom prst="flowChartManualOperation">
                <a:avLst/>
              </a:prstGeom>
              <a:gradFill rotWithShape="1">
                <a:gsLst>
                  <a:gs pos="0">
                    <a:srgbClr val="475E00"/>
                  </a:gs>
                  <a:gs pos="50000">
                    <a:srgbClr val="99CC00"/>
                  </a:gs>
                  <a:gs pos="100000">
                    <a:srgbClr val="475E00"/>
                  </a:gs>
                </a:gsLst>
                <a:lin ang="0" scaled="1"/>
              </a:gradFill>
              <a:ln w="19050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7" name="Line 22"/>
            <p:cNvSpPr>
              <a:spLocks noChangeShapeType="1"/>
            </p:cNvSpPr>
            <p:nvPr/>
          </p:nvSpPr>
          <p:spPr bwMode="auto">
            <a:xfrm>
              <a:off x="1544638" y="757238"/>
              <a:ext cx="755650" cy="0"/>
            </a:xfrm>
            <a:prstGeom prst="line">
              <a:avLst/>
            </a:prstGeom>
            <a:noFill/>
            <a:ln w="38100">
              <a:solidFill>
                <a:srgbClr val="99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8" name="Line 23"/>
            <p:cNvSpPr>
              <a:spLocks noChangeShapeType="1"/>
            </p:cNvSpPr>
            <p:nvPr/>
          </p:nvSpPr>
          <p:spPr bwMode="auto">
            <a:xfrm>
              <a:off x="2287588" y="738188"/>
              <a:ext cx="0" cy="215900"/>
            </a:xfrm>
            <a:prstGeom prst="line">
              <a:avLst/>
            </a:prstGeom>
            <a:noFill/>
            <a:ln w="38100">
              <a:solidFill>
                <a:srgbClr val="99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9" name="Group 24"/>
            <p:cNvGrpSpPr>
              <a:grpSpLocks/>
            </p:cNvGrpSpPr>
            <p:nvPr/>
          </p:nvGrpSpPr>
          <p:grpSpPr bwMode="auto">
            <a:xfrm>
              <a:off x="1289050" y="1455738"/>
              <a:ext cx="433388" cy="360362"/>
              <a:chOff x="611" y="1318"/>
              <a:chExt cx="75" cy="65"/>
            </a:xfrm>
          </p:grpSpPr>
          <p:sp>
            <p:nvSpPr>
              <p:cNvPr id="665" name="Oval 25"/>
              <p:cNvSpPr>
                <a:spLocks noChangeArrowheads="1"/>
              </p:cNvSpPr>
              <p:nvPr/>
            </p:nvSpPr>
            <p:spPr bwMode="auto">
              <a:xfrm flipH="1">
                <a:off x="618" y="1318"/>
                <a:ext cx="48" cy="48"/>
              </a:xfrm>
              <a:prstGeom prst="ellipse">
                <a:avLst/>
              </a:pr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66" name="Oval 26"/>
              <p:cNvSpPr>
                <a:spLocks noChangeArrowheads="1"/>
              </p:cNvSpPr>
              <p:nvPr/>
            </p:nvSpPr>
            <p:spPr bwMode="auto">
              <a:xfrm flipH="1">
                <a:off x="621" y="1320"/>
                <a:ext cx="43" cy="43"/>
              </a:xfrm>
              <a:prstGeom prst="ellipse">
                <a:avLst/>
              </a:pr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67" name="Dibujo 48"/>
              <p:cNvSpPr>
                <a:spLocks/>
              </p:cNvSpPr>
              <p:nvPr/>
            </p:nvSpPr>
            <p:spPr bwMode="auto">
              <a:xfrm>
                <a:off x="616" y="1348"/>
                <a:ext cx="53" cy="24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w 16384"/>
                  <a:gd name="T11" fmla="*/ 0 h 16384"/>
                  <a:gd name="T12" fmla="*/ 0 w 16384"/>
                  <a:gd name="T13" fmla="*/ 0 h 163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84"/>
                  <a:gd name="T22" fmla="*/ 0 h 16384"/>
                  <a:gd name="T23" fmla="*/ 16384 w 16384"/>
                  <a:gd name="T24" fmla="*/ 16384 h 163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84" h="16384">
                    <a:moveTo>
                      <a:pt x="0" y="0"/>
                    </a:moveTo>
                    <a:lnTo>
                      <a:pt x="16384" y="0"/>
                    </a:lnTo>
                    <a:lnTo>
                      <a:pt x="16384" y="10426"/>
                    </a:lnTo>
                    <a:lnTo>
                      <a:pt x="13247" y="16384"/>
                    </a:lnTo>
                    <a:lnTo>
                      <a:pt x="3137" y="16384"/>
                    </a:lnTo>
                    <a:lnTo>
                      <a:pt x="0" y="1042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68" name="Dibujo 49"/>
              <p:cNvSpPr>
                <a:spLocks/>
              </p:cNvSpPr>
              <p:nvPr/>
            </p:nvSpPr>
            <p:spPr bwMode="auto">
              <a:xfrm>
                <a:off x="611" y="1344"/>
                <a:ext cx="63" cy="4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384"/>
                  <a:gd name="T16" fmla="*/ 0 h 16384"/>
                  <a:gd name="T17" fmla="*/ 16384 w 16384"/>
                  <a:gd name="T18" fmla="*/ 16384 h 16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384" h="16384">
                    <a:moveTo>
                      <a:pt x="0" y="0"/>
                    </a:moveTo>
                    <a:lnTo>
                      <a:pt x="0" y="16384"/>
                    </a:lnTo>
                    <a:lnTo>
                      <a:pt x="16384" y="16384"/>
                    </a:lnTo>
                    <a:lnTo>
                      <a:pt x="1638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69" name="Dibujo 50"/>
              <p:cNvSpPr>
                <a:spLocks/>
              </p:cNvSpPr>
              <p:nvPr/>
            </p:nvSpPr>
            <p:spPr bwMode="auto">
              <a:xfrm>
                <a:off x="611" y="1348"/>
                <a:ext cx="5" cy="35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384"/>
                  <a:gd name="T16" fmla="*/ 0 h 16384"/>
                  <a:gd name="T17" fmla="*/ 16384 w 16384"/>
                  <a:gd name="T18" fmla="*/ 16384 h 16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384" h="16384">
                    <a:moveTo>
                      <a:pt x="0" y="0"/>
                    </a:moveTo>
                    <a:lnTo>
                      <a:pt x="0" y="16384"/>
                    </a:lnTo>
                    <a:lnTo>
                      <a:pt x="16384" y="16384"/>
                    </a:lnTo>
                    <a:lnTo>
                      <a:pt x="1638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70" name="Dibujo 51"/>
              <p:cNvSpPr>
                <a:spLocks/>
              </p:cNvSpPr>
              <p:nvPr/>
            </p:nvSpPr>
            <p:spPr bwMode="auto">
              <a:xfrm>
                <a:off x="669" y="1348"/>
                <a:ext cx="5" cy="35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384"/>
                  <a:gd name="T16" fmla="*/ 0 h 16384"/>
                  <a:gd name="T17" fmla="*/ 16384 w 16384"/>
                  <a:gd name="T18" fmla="*/ 16384 h 16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384" h="16384">
                    <a:moveTo>
                      <a:pt x="0" y="0"/>
                    </a:moveTo>
                    <a:lnTo>
                      <a:pt x="0" y="16384"/>
                    </a:lnTo>
                    <a:lnTo>
                      <a:pt x="16384" y="16384"/>
                    </a:lnTo>
                    <a:lnTo>
                      <a:pt x="1638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grpSp>
            <p:nvGrpSpPr>
              <p:cNvPr id="671" name="Group 31"/>
              <p:cNvGrpSpPr>
                <a:grpSpLocks/>
              </p:cNvGrpSpPr>
              <p:nvPr/>
            </p:nvGrpSpPr>
            <p:grpSpPr bwMode="auto">
              <a:xfrm>
                <a:off x="627" y="1365"/>
                <a:ext cx="14" cy="13"/>
                <a:chOff x="256" y="599"/>
                <a:chExt cx="8" cy="7"/>
              </a:xfrm>
            </p:grpSpPr>
            <p:sp>
              <p:nvSpPr>
                <p:cNvPr id="677" name="Dibujo 52"/>
                <p:cNvSpPr>
                  <a:spLocks/>
                </p:cNvSpPr>
                <p:nvPr/>
              </p:nvSpPr>
              <p:spPr bwMode="auto">
                <a:xfrm>
                  <a:off x="256" y="599"/>
                  <a:ext cx="8" cy="7"/>
                </a:xfrm>
                <a:custGeom>
                  <a:avLst/>
                  <a:gdLst>
                    <a:gd name="T0" fmla="*/ 0 w 16384"/>
                    <a:gd name="T1" fmla="*/ 0 h 16384"/>
                    <a:gd name="T2" fmla="*/ 0 w 16384"/>
                    <a:gd name="T3" fmla="*/ 0 h 16384"/>
                    <a:gd name="T4" fmla="*/ 0 w 16384"/>
                    <a:gd name="T5" fmla="*/ 0 h 16384"/>
                    <a:gd name="T6" fmla="*/ 0 w 16384"/>
                    <a:gd name="T7" fmla="*/ 0 h 16384"/>
                    <a:gd name="T8" fmla="*/ 0 w 16384"/>
                    <a:gd name="T9" fmla="*/ 0 h 16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384"/>
                    <a:gd name="T16" fmla="*/ 0 h 16384"/>
                    <a:gd name="T17" fmla="*/ 16384 w 16384"/>
                    <a:gd name="T18" fmla="*/ 16384 h 163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384" h="16384">
                      <a:moveTo>
                        <a:pt x="0" y="0"/>
                      </a:moveTo>
                      <a:lnTo>
                        <a:pt x="0" y="16384"/>
                      </a:lnTo>
                      <a:lnTo>
                        <a:pt x="16384" y="16384"/>
                      </a:lnTo>
                      <a:lnTo>
                        <a:pt x="1638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C5C5C"/>
                    </a:gs>
                    <a:gs pos="50000">
                      <a:srgbClr val="FFFFFF"/>
                    </a:gs>
                    <a:gs pos="100000">
                      <a:srgbClr val="5C5C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678" name="Dibujo 53"/>
                <p:cNvSpPr>
                  <a:spLocks/>
                </p:cNvSpPr>
                <p:nvPr/>
              </p:nvSpPr>
              <p:spPr bwMode="auto">
                <a:xfrm>
                  <a:off x="256" y="599"/>
                  <a:ext cx="8" cy="3"/>
                </a:xfrm>
                <a:custGeom>
                  <a:avLst/>
                  <a:gdLst>
                    <a:gd name="T0" fmla="*/ 0 w 16384"/>
                    <a:gd name="T1" fmla="*/ 0 h 16384"/>
                    <a:gd name="T2" fmla="*/ 0 w 16384"/>
                    <a:gd name="T3" fmla="*/ 0 h 16384"/>
                    <a:gd name="T4" fmla="*/ 0 w 16384"/>
                    <a:gd name="T5" fmla="*/ 0 h 16384"/>
                    <a:gd name="T6" fmla="*/ 0 w 16384"/>
                    <a:gd name="T7" fmla="*/ 0 h 16384"/>
                    <a:gd name="T8" fmla="*/ 0 w 16384"/>
                    <a:gd name="T9" fmla="*/ 0 h 16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384"/>
                    <a:gd name="T16" fmla="*/ 0 h 16384"/>
                    <a:gd name="T17" fmla="*/ 16384 w 16384"/>
                    <a:gd name="T18" fmla="*/ 16384 h 163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384" h="16384">
                      <a:moveTo>
                        <a:pt x="0" y="0"/>
                      </a:moveTo>
                      <a:lnTo>
                        <a:pt x="0" y="16384"/>
                      </a:lnTo>
                      <a:lnTo>
                        <a:pt x="16384" y="16384"/>
                      </a:lnTo>
                      <a:lnTo>
                        <a:pt x="1638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C5C5C"/>
                    </a:gs>
                    <a:gs pos="50000">
                      <a:srgbClr val="FFFFFF"/>
                    </a:gs>
                    <a:gs pos="100000">
                      <a:srgbClr val="5C5C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672" name="Dibujo 56"/>
              <p:cNvSpPr>
                <a:spLocks/>
              </p:cNvSpPr>
              <p:nvPr/>
            </p:nvSpPr>
            <p:spPr bwMode="auto">
              <a:xfrm>
                <a:off x="632" y="1344"/>
                <a:ext cx="23" cy="4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384"/>
                  <a:gd name="T16" fmla="*/ 0 h 16384"/>
                  <a:gd name="T17" fmla="*/ 16384 w 16384"/>
                  <a:gd name="T18" fmla="*/ 16384 h 16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384" h="16384">
                    <a:moveTo>
                      <a:pt x="0" y="0"/>
                    </a:moveTo>
                    <a:lnTo>
                      <a:pt x="0" y="16384"/>
                    </a:lnTo>
                    <a:lnTo>
                      <a:pt x="16384" y="16384"/>
                    </a:lnTo>
                    <a:lnTo>
                      <a:pt x="1638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73" name="Dibujo 57"/>
              <p:cNvSpPr>
                <a:spLocks/>
              </p:cNvSpPr>
              <p:nvPr/>
            </p:nvSpPr>
            <p:spPr bwMode="auto">
              <a:xfrm>
                <a:off x="637" y="1336"/>
                <a:ext cx="11" cy="10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w 16384"/>
                  <a:gd name="T11" fmla="*/ 0 h 16384"/>
                  <a:gd name="T12" fmla="*/ 0 w 16384"/>
                  <a:gd name="T13" fmla="*/ 0 h 16384"/>
                  <a:gd name="T14" fmla="*/ 0 w 16384"/>
                  <a:gd name="T15" fmla="*/ 0 h 16384"/>
                  <a:gd name="T16" fmla="*/ 0 w 16384"/>
                  <a:gd name="T17" fmla="*/ 0 h 16384"/>
                  <a:gd name="T18" fmla="*/ 0 w 16384"/>
                  <a:gd name="T19" fmla="*/ 0 h 16384"/>
                  <a:gd name="T20" fmla="*/ 0 w 16384"/>
                  <a:gd name="T21" fmla="*/ 0 h 16384"/>
                  <a:gd name="T22" fmla="*/ 0 w 16384"/>
                  <a:gd name="T23" fmla="*/ 0 h 16384"/>
                  <a:gd name="T24" fmla="*/ 0 w 16384"/>
                  <a:gd name="T25" fmla="*/ 0 h 16384"/>
                  <a:gd name="T26" fmla="*/ 0 w 16384"/>
                  <a:gd name="T27" fmla="*/ 0 h 1638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6384"/>
                  <a:gd name="T43" fmla="*/ 0 h 16384"/>
                  <a:gd name="T44" fmla="*/ 16384 w 16384"/>
                  <a:gd name="T45" fmla="*/ 16384 h 1638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6384" h="16384">
                    <a:moveTo>
                      <a:pt x="8192" y="0"/>
                    </a:moveTo>
                    <a:lnTo>
                      <a:pt x="3667" y="0"/>
                    </a:lnTo>
                    <a:lnTo>
                      <a:pt x="0" y="3667"/>
                    </a:lnTo>
                    <a:lnTo>
                      <a:pt x="0" y="8192"/>
                    </a:lnTo>
                    <a:lnTo>
                      <a:pt x="0" y="12717"/>
                    </a:lnTo>
                    <a:lnTo>
                      <a:pt x="3667" y="16384"/>
                    </a:lnTo>
                    <a:lnTo>
                      <a:pt x="8192" y="16384"/>
                    </a:lnTo>
                    <a:lnTo>
                      <a:pt x="12717" y="16384"/>
                    </a:lnTo>
                    <a:lnTo>
                      <a:pt x="16384" y="12717"/>
                    </a:lnTo>
                    <a:lnTo>
                      <a:pt x="16384" y="8192"/>
                    </a:lnTo>
                    <a:lnTo>
                      <a:pt x="16384" y="3667"/>
                    </a:lnTo>
                    <a:lnTo>
                      <a:pt x="12717" y="0"/>
                    </a:lnTo>
                    <a:lnTo>
                      <a:pt x="819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74" name="Dibujo 58"/>
              <p:cNvSpPr>
                <a:spLocks/>
              </p:cNvSpPr>
              <p:nvPr/>
            </p:nvSpPr>
            <p:spPr bwMode="auto">
              <a:xfrm>
                <a:off x="637" y="1337"/>
                <a:ext cx="11" cy="7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w 16384"/>
                  <a:gd name="T11" fmla="*/ 0 h 16384"/>
                  <a:gd name="T12" fmla="*/ 0 w 16384"/>
                  <a:gd name="T13" fmla="*/ 0 h 16384"/>
                  <a:gd name="T14" fmla="*/ 0 w 16384"/>
                  <a:gd name="T15" fmla="*/ 0 h 16384"/>
                  <a:gd name="T16" fmla="*/ 0 w 16384"/>
                  <a:gd name="T17" fmla="*/ 0 h 16384"/>
                  <a:gd name="T18" fmla="*/ 0 w 16384"/>
                  <a:gd name="T19" fmla="*/ 0 h 16384"/>
                  <a:gd name="T20" fmla="*/ 0 w 16384"/>
                  <a:gd name="T21" fmla="*/ 0 h 16384"/>
                  <a:gd name="T22" fmla="*/ 0 w 16384"/>
                  <a:gd name="T23" fmla="*/ 0 h 16384"/>
                  <a:gd name="T24" fmla="*/ 0 w 16384"/>
                  <a:gd name="T25" fmla="*/ 0 h 16384"/>
                  <a:gd name="T26" fmla="*/ 0 w 16384"/>
                  <a:gd name="T27" fmla="*/ 0 h 1638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6384"/>
                  <a:gd name="T43" fmla="*/ 0 h 16384"/>
                  <a:gd name="T44" fmla="*/ 16384 w 16384"/>
                  <a:gd name="T45" fmla="*/ 16384 h 1638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6384" h="16384">
                    <a:moveTo>
                      <a:pt x="8192" y="0"/>
                    </a:moveTo>
                    <a:lnTo>
                      <a:pt x="3667" y="0"/>
                    </a:lnTo>
                    <a:lnTo>
                      <a:pt x="0" y="3667"/>
                    </a:lnTo>
                    <a:lnTo>
                      <a:pt x="0" y="8192"/>
                    </a:lnTo>
                    <a:lnTo>
                      <a:pt x="0" y="12717"/>
                    </a:lnTo>
                    <a:lnTo>
                      <a:pt x="3667" y="16384"/>
                    </a:lnTo>
                    <a:lnTo>
                      <a:pt x="8192" y="16384"/>
                    </a:lnTo>
                    <a:lnTo>
                      <a:pt x="12717" y="16384"/>
                    </a:lnTo>
                    <a:lnTo>
                      <a:pt x="16384" y="12717"/>
                    </a:lnTo>
                    <a:lnTo>
                      <a:pt x="16384" y="8192"/>
                    </a:lnTo>
                    <a:lnTo>
                      <a:pt x="16384" y="3667"/>
                    </a:lnTo>
                    <a:lnTo>
                      <a:pt x="12717" y="0"/>
                    </a:lnTo>
                    <a:lnTo>
                      <a:pt x="819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75" name="Dibujo 63"/>
              <p:cNvSpPr>
                <a:spLocks/>
              </p:cNvSpPr>
              <p:nvPr/>
            </p:nvSpPr>
            <p:spPr bwMode="auto">
              <a:xfrm>
                <a:off x="641" y="1339"/>
                <a:ext cx="5" cy="5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w 16384"/>
                  <a:gd name="T11" fmla="*/ 0 h 16384"/>
                  <a:gd name="T12" fmla="*/ 0 w 16384"/>
                  <a:gd name="T13" fmla="*/ 0 h 16384"/>
                  <a:gd name="T14" fmla="*/ 0 w 16384"/>
                  <a:gd name="T15" fmla="*/ 0 h 16384"/>
                  <a:gd name="T16" fmla="*/ 0 w 16384"/>
                  <a:gd name="T17" fmla="*/ 0 h 16384"/>
                  <a:gd name="T18" fmla="*/ 0 w 16384"/>
                  <a:gd name="T19" fmla="*/ 0 h 16384"/>
                  <a:gd name="T20" fmla="*/ 0 w 16384"/>
                  <a:gd name="T21" fmla="*/ 0 h 16384"/>
                  <a:gd name="T22" fmla="*/ 0 w 16384"/>
                  <a:gd name="T23" fmla="*/ 0 h 16384"/>
                  <a:gd name="T24" fmla="*/ 0 w 16384"/>
                  <a:gd name="T25" fmla="*/ 0 h 16384"/>
                  <a:gd name="T26" fmla="*/ 0 w 16384"/>
                  <a:gd name="T27" fmla="*/ 0 h 1638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6384"/>
                  <a:gd name="T43" fmla="*/ 0 h 16384"/>
                  <a:gd name="T44" fmla="*/ 16384 w 16384"/>
                  <a:gd name="T45" fmla="*/ 16384 h 1638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6384" h="16384">
                    <a:moveTo>
                      <a:pt x="8192" y="0"/>
                    </a:moveTo>
                    <a:lnTo>
                      <a:pt x="3667" y="0"/>
                    </a:lnTo>
                    <a:lnTo>
                      <a:pt x="0" y="3667"/>
                    </a:lnTo>
                    <a:lnTo>
                      <a:pt x="0" y="8192"/>
                    </a:lnTo>
                    <a:lnTo>
                      <a:pt x="0" y="12717"/>
                    </a:lnTo>
                    <a:lnTo>
                      <a:pt x="3667" y="16384"/>
                    </a:lnTo>
                    <a:lnTo>
                      <a:pt x="8192" y="16384"/>
                    </a:lnTo>
                    <a:lnTo>
                      <a:pt x="12717" y="16384"/>
                    </a:lnTo>
                    <a:lnTo>
                      <a:pt x="16384" y="12717"/>
                    </a:lnTo>
                    <a:lnTo>
                      <a:pt x="16384" y="8192"/>
                    </a:lnTo>
                    <a:lnTo>
                      <a:pt x="16384" y="3667"/>
                    </a:lnTo>
                    <a:lnTo>
                      <a:pt x="12717" y="0"/>
                    </a:lnTo>
                    <a:lnTo>
                      <a:pt x="819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76" name="Rectangle 38"/>
              <p:cNvSpPr>
                <a:spLocks noChangeArrowheads="1"/>
              </p:cNvSpPr>
              <p:nvPr/>
            </p:nvSpPr>
            <p:spPr bwMode="auto">
              <a:xfrm>
                <a:off x="674" y="1335"/>
                <a:ext cx="12" cy="25"/>
              </a:xfrm>
              <a:prstGeom prst="rect">
                <a:avLst/>
              </a:pr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10" name="Rectangle 39"/>
            <p:cNvSpPr>
              <a:spLocks noChangeArrowheads="1"/>
            </p:cNvSpPr>
            <p:nvPr/>
          </p:nvSpPr>
          <p:spPr bwMode="auto">
            <a:xfrm>
              <a:off x="504825" y="2047875"/>
              <a:ext cx="454025" cy="287338"/>
            </a:xfrm>
            <a:prstGeom prst="rect">
              <a:avLst/>
            </a:prstGeom>
            <a:gradFill rotWithShape="0">
              <a:gsLst>
                <a:gs pos="0">
                  <a:srgbClr val="5C2500"/>
                </a:gs>
                <a:gs pos="50000">
                  <a:srgbClr val="FF6600"/>
                </a:gs>
                <a:gs pos="100000">
                  <a:srgbClr val="5C2500"/>
                </a:gs>
              </a:gsLst>
              <a:lin ang="0" scaled="1"/>
            </a:gra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alt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11" name="Group 40"/>
            <p:cNvGrpSpPr>
              <a:grpSpLocks/>
            </p:cNvGrpSpPr>
            <p:nvPr/>
          </p:nvGrpSpPr>
          <p:grpSpPr bwMode="auto">
            <a:xfrm>
              <a:off x="638175" y="1784350"/>
              <a:ext cx="795338" cy="247650"/>
              <a:chOff x="789" y="1178"/>
              <a:chExt cx="501" cy="156"/>
            </a:xfrm>
          </p:grpSpPr>
          <p:sp>
            <p:nvSpPr>
              <p:cNvPr id="662" name="Line 41"/>
              <p:cNvSpPr>
                <a:spLocks noChangeShapeType="1"/>
              </p:cNvSpPr>
              <p:nvPr/>
            </p:nvSpPr>
            <p:spPr bwMode="auto">
              <a:xfrm>
                <a:off x="1287" y="1178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63" name="Line 42"/>
              <p:cNvSpPr>
                <a:spLocks noChangeShapeType="1"/>
              </p:cNvSpPr>
              <p:nvPr/>
            </p:nvSpPr>
            <p:spPr bwMode="auto">
              <a:xfrm flipH="1">
                <a:off x="791" y="1273"/>
                <a:ext cx="49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64" name="Line 43"/>
              <p:cNvSpPr>
                <a:spLocks noChangeShapeType="1"/>
              </p:cNvSpPr>
              <p:nvPr/>
            </p:nvSpPr>
            <p:spPr bwMode="auto">
              <a:xfrm>
                <a:off x="789" y="1266"/>
                <a:ext cx="0" cy="6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12" name="Group 44"/>
            <p:cNvGrpSpPr>
              <a:grpSpLocks/>
            </p:cNvGrpSpPr>
            <p:nvPr/>
          </p:nvGrpSpPr>
          <p:grpSpPr bwMode="auto">
            <a:xfrm>
              <a:off x="280988" y="103188"/>
              <a:ext cx="1008062" cy="2152650"/>
              <a:chOff x="158" y="119"/>
              <a:chExt cx="635" cy="1356"/>
            </a:xfrm>
          </p:grpSpPr>
          <p:sp>
            <p:nvSpPr>
              <p:cNvPr id="658" name="Line 45"/>
              <p:cNvSpPr>
                <a:spLocks noChangeShapeType="1"/>
              </p:cNvSpPr>
              <p:nvPr/>
            </p:nvSpPr>
            <p:spPr bwMode="auto">
              <a:xfrm>
                <a:off x="788" y="119"/>
                <a:ext cx="0" cy="13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59" name="Line 46"/>
              <p:cNvSpPr>
                <a:spLocks noChangeShapeType="1"/>
              </p:cNvSpPr>
              <p:nvPr/>
            </p:nvSpPr>
            <p:spPr bwMode="auto">
              <a:xfrm flipH="1">
                <a:off x="158" y="1475"/>
                <a:ext cx="13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60" name="Line 47"/>
              <p:cNvSpPr>
                <a:spLocks noChangeShapeType="1"/>
              </p:cNvSpPr>
              <p:nvPr/>
            </p:nvSpPr>
            <p:spPr bwMode="auto">
              <a:xfrm>
                <a:off x="158" y="119"/>
                <a:ext cx="5" cy="135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61" name="Line 48"/>
              <p:cNvSpPr>
                <a:spLocks noChangeShapeType="1"/>
              </p:cNvSpPr>
              <p:nvPr/>
            </p:nvSpPr>
            <p:spPr bwMode="auto">
              <a:xfrm flipH="1">
                <a:off x="158" y="119"/>
                <a:ext cx="6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13" name="Line 49"/>
            <p:cNvSpPr>
              <a:spLocks noChangeShapeType="1"/>
            </p:cNvSpPr>
            <p:nvPr/>
          </p:nvSpPr>
          <p:spPr bwMode="auto">
            <a:xfrm>
              <a:off x="1704975" y="1695450"/>
              <a:ext cx="215900" cy="144463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4" name="Line 50"/>
            <p:cNvSpPr>
              <a:spLocks noChangeShapeType="1"/>
            </p:cNvSpPr>
            <p:nvPr/>
          </p:nvSpPr>
          <p:spPr bwMode="auto">
            <a:xfrm>
              <a:off x="1917700" y="1831975"/>
              <a:ext cx="0" cy="423863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15" name="Group 51"/>
            <p:cNvGrpSpPr>
              <a:grpSpLocks/>
            </p:cNvGrpSpPr>
            <p:nvPr/>
          </p:nvGrpSpPr>
          <p:grpSpPr bwMode="auto">
            <a:xfrm>
              <a:off x="1979613" y="2789238"/>
              <a:ext cx="476250" cy="192087"/>
              <a:chOff x="1405" y="1775"/>
              <a:chExt cx="381" cy="204"/>
            </a:xfrm>
          </p:grpSpPr>
          <p:sp>
            <p:nvSpPr>
              <p:cNvPr id="656" name="Rectangle 52"/>
              <p:cNvSpPr>
                <a:spLocks noChangeArrowheads="1"/>
              </p:cNvSpPr>
              <p:nvPr/>
            </p:nvSpPr>
            <p:spPr bwMode="auto">
              <a:xfrm>
                <a:off x="1484" y="1775"/>
                <a:ext cx="302" cy="204"/>
              </a:xfrm>
              <a:prstGeom prst="rect">
                <a:avLst/>
              </a:prstGeom>
              <a:gradFill rotWithShape="0">
                <a:gsLst>
                  <a:gs pos="0">
                    <a:srgbClr val="5C2500"/>
                  </a:gs>
                  <a:gs pos="50000">
                    <a:srgbClr val="FF6600"/>
                  </a:gs>
                  <a:gs pos="100000">
                    <a:srgbClr val="5C2500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57" name="Rectangle 53"/>
              <p:cNvSpPr>
                <a:spLocks noChangeArrowheads="1"/>
              </p:cNvSpPr>
              <p:nvPr/>
            </p:nvSpPr>
            <p:spPr bwMode="auto">
              <a:xfrm>
                <a:off x="1405" y="1775"/>
                <a:ext cx="154" cy="204"/>
              </a:xfrm>
              <a:prstGeom prst="rect">
                <a:avLst/>
              </a:prstGeom>
              <a:gradFill rotWithShape="0">
                <a:gsLst>
                  <a:gs pos="0">
                    <a:srgbClr val="5C2500"/>
                  </a:gs>
                  <a:gs pos="50000">
                    <a:srgbClr val="FF6600"/>
                  </a:gs>
                  <a:gs pos="100000">
                    <a:srgbClr val="5C2500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16" name="Line 54"/>
            <p:cNvSpPr>
              <a:spLocks noChangeShapeType="1"/>
            </p:cNvSpPr>
            <p:nvPr/>
          </p:nvSpPr>
          <p:spPr bwMode="auto">
            <a:xfrm>
              <a:off x="1916113" y="2393950"/>
              <a:ext cx="136525" cy="100013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7" name="Line 55"/>
            <p:cNvSpPr>
              <a:spLocks noChangeShapeType="1"/>
            </p:cNvSpPr>
            <p:nvPr/>
          </p:nvSpPr>
          <p:spPr bwMode="auto">
            <a:xfrm flipH="1">
              <a:off x="2046288" y="2487613"/>
              <a:ext cx="0" cy="284162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18" name="Group 56"/>
            <p:cNvGrpSpPr>
              <a:grpSpLocks/>
            </p:cNvGrpSpPr>
            <p:nvPr/>
          </p:nvGrpSpPr>
          <p:grpSpPr bwMode="auto">
            <a:xfrm flipH="1">
              <a:off x="1331913" y="5300663"/>
              <a:ext cx="300037" cy="125412"/>
              <a:chOff x="2330" y="3360"/>
              <a:chExt cx="136" cy="113"/>
            </a:xfrm>
          </p:grpSpPr>
          <p:sp>
            <p:nvSpPr>
              <p:cNvPr id="654" name="Line 57"/>
              <p:cNvSpPr>
                <a:spLocks noChangeShapeType="1"/>
              </p:cNvSpPr>
              <p:nvPr/>
            </p:nvSpPr>
            <p:spPr bwMode="auto">
              <a:xfrm flipH="1">
                <a:off x="2330" y="3360"/>
                <a:ext cx="45" cy="113"/>
              </a:xfrm>
              <a:prstGeom prst="line">
                <a:avLst/>
              </a:prstGeom>
              <a:noFill/>
              <a:ln w="9525">
                <a:solidFill>
                  <a:srgbClr val="3333FF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55" name="Line 58"/>
              <p:cNvSpPr>
                <a:spLocks noChangeShapeType="1"/>
              </p:cNvSpPr>
              <p:nvPr/>
            </p:nvSpPr>
            <p:spPr bwMode="auto">
              <a:xfrm flipH="1">
                <a:off x="2376" y="3360"/>
                <a:ext cx="90" cy="0"/>
              </a:xfrm>
              <a:prstGeom prst="line">
                <a:avLst/>
              </a:prstGeom>
              <a:noFill/>
              <a:ln w="9525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19" name="Group 59"/>
            <p:cNvGrpSpPr>
              <a:grpSpLocks/>
            </p:cNvGrpSpPr>
            <p:nvPr/>
          </p:nvGrpSpPr>
          <p:grpSpPr bwMode="auto">
            <a:xfrm>
              <a:off x="2962275" y="2925763"/>
              <a:ext cx="385763" cy="104775"/>
              <a:chOff x="2043" y="1778"/>
              <a:chExt cx="363" cy="95"/>
            </a:xfrm>
          </p:grpSpPr>
          <p:sp>
            <p:nvSpPr>
              <p:cNvPr id="652" name="Line 60"/>
              <p:cNvSpPr>
                <a:spLocks noChangeShapeType="1"/>
              </p:cNvSpPr>
              <p:nvPr/>
            </p:nvSpPr>
            <p:spPr bwMode="auto">
              <a:xfrm>
                <a:off x="2043" y="1778"/>
                <a:ext cx="363" cy="0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53" name="Line 61"/>
              <p:cNvSpPr>
                <a:spLocks noChangeShapeType="1"/>
              </p:cNvSpPr>
              <p:nvPr/>
            </p:nvSpPr>
            <p:spPr bwMode="auto">
              <a:xfrm>
                <a:off x="2048" y="1782"/>
                <a:ext cx="0" cy="91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20" name="Group 62"/>
            <p:cNvGrpSpPr>
              <a:grpSpLocks/>
            </p:cNvGrpSpPr>
            <p:nvPr/>
          </p:nvGrpSpPr>
          <p:grpSpPr bwMode="auto">
            <a:xfrm>
              <a:off x="3521075" y="725488"/>
              <a:ext cx="1811338" cy="290512"/>
              <a:chOff x="262" y="1431"/>
              <a:chExt cx="144" cy="49"/>
            </a:xfrm>
          </p:grpSpPr>
          <p:sp>
            <p:nvSpPr>
              <p:cNvPr id="642" name="Dibujo 574"/>
              <p:cNvSpPr>
                <a:spLocks/>
              </p:cNvSpPr>
              <p:nvPr/>
            </p:nvSpPr>
            <p:spPr bwMode="auto">
              <a:xfrm flipH="1">
                <a:off x="280" y="1463"/>
                <a:ext cx="115" cy="10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384"/>
                  <a:gd name="T16" fmla="*/ 0 h 16384"/>
                  <a:gd name="T17" fmla="*/ 16384 w 16384"/>
                  <a:gd name="T18" fmla="*/ 16384 h 16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384" h="16384">
                    <a:moveTo>
                      <a:pt x="0" y="0"/>
                    </a:moveTo>
                    <a:lnTo>
                      <a:pt x="16384" y="0"/>
                    </a:lnTo>
                    <a:lnTo>
                      <a:pt x="8637" y="16384"/>
                    </a:lnTo>
                    <a:lnTo>
                      <a:pt x="7569" y="16384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5672"/>
                  </a:gs>
                  <a:gs pos="50000">
                    <a:srgbClr val="0099CC"/>
                  </a:gs>
                  <a:gs pos="100000">
                    <a:srgbClr val="005672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43" name="Rectangle 64"/>
              <p:cNvSpPr>
                <a:spLocks noChangeArrowheads="1"/>
              </p:cNvSpPr>
              <p:nvPr/>
            </p:nvSpPr>
            <p:spPr bwMode="auto">
              <a:xfrm flipH="1">
                <a:off x="337" y="1473"/>
                <a:ext cx="7" cy="7"/>
              </a:xfrm>
              <a:prstGeom prst="rect">
                <a:avLst/>
              </a:prstGeom>
              <a:gradFill rotWithShape="0">
                <a:gsLst>
                  <a:gs pos="0">
                    <a:srgbClr val="005672"/>
                  </a:gs>
                  <a:gs pos="50000">
                    <a:srgbClr val="0099CC"/>
                  </a:gs>
                  <a:gs pos="100000">
                    <a:srgbClr val="005672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44" name="Rectangle 65"/>
              <p:cNvSpPr>
                <a:spLocks noChangeArrowheads="1"/>
              </p:cNvSpPr>
              <p:nvPr/>
            </p:nvSpPr>
            <p:spPr bwMode="auto">
              <a:xfrm flipH="1">
                <a:off x="275" y="1447"/>
                <a:ext cx="125" cy="16"/>
              </a:xfrm>
              <a:prstGeom prst="rect">
                <a:avLst/>
              </a:prstGeom>
              <a:gradFill rotWithShape="0">
                <a:gsLst>
                  <a:gs pos="0">
                    <a:srgbClr val="005672"/>
                  </a:gs>
                  <a:gs pos="50000">
                    <a:srgbClr val="0099CC"/>
                  </a:gs>
                  <a:gs pos="100000">
                    <a:srgbClr val="005672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45" name="Rectangle 66"/>
              <p:cNvSpPr>
                <a:spLocks noChangeArrowheads="1"/>
              </p:cNvSpPr>
              <p:nvPr/>
            </p:nvSpPr>
            <p:spPr bwMode="auto">
              <a:xfrm flipH="1">
                <a:off x="271" y="1438"/>
                <a:ext cx="135" cy="12"/>
              </a:xfrm>
              <a:prstGeom prst="rect">
                <a:avLst/>
              </a:prstGeom>
              <a:gradFill rotWithShape="0">
                <a:gsLst>
                  <a:gs pos="0">
                    <a:srgbClr val="005672"/>
                  </a:gs>
                  <a:gs pos="50000">
                    <a:srgbClr val="0099CC"/>
                  </a:gs>
                  <a:gs pos="100000">
                    <a:srgbClr val="005672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46" name="Rectangle 67"/>
              <p:cNvSpPr>
                <a:spLocks noChangeArrowheads="1"/>
              </p:cNvSpPr>
              <p:nvPr/>
            </p:nvSpPr>
            <p:spPr bwMode="auto">
              <a:xfrm flipH="1">
                <a:off x="337" y="1436"/>
                <a:ext cx="9" cy="2"/>
              </a:xfrm>
              <a:prstGeom prst="rect">
                <a:avLst/>
              </a:prstGeom>
              <a:gradFill rotWithShape="0">
                <a:gsLst>
                  <a:gs pos="0">
                    <a:srgbClr val="005672"/>
                  </a:gs>
                  <a:gs pos="50000">
                    <a:srgbClr val="0099CC"/>
                  </a:gs>
                  <a:gs pos="100000">
                    <a:srgbClr val="005672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grpSp>
            <p:nvGrpSpPr>
              <p:cNvPr id="647" name="Group 68"/>
              <p:cNvGrpSpPr>
                <a:grpSpLocks/>
              </p:cNvGrpSpPr>
              <p:nvPr/>
            </p:nvGrpSpPr>
            <p:grpSpPr bwMode="auto">
              <a:xfrm flipH="1">
                <a:off x="337" y="1431"/>
                <a:ext cx="10" cy="7"/>
                <a:chOff x="513" y="1742"/>
                <a:chExt cx="19" cy="11"/>
              </a:xfrm>
            </p:grpSpPr>
            <p:sp>
              <p:nvSpPr>
                <p:cNvPr id="650" name="Rectangle 69"/>
                <p:cNvSpPr>
                  <a:spLocks noChangeArrowheads="1"/>
                </p:cNvSpPr>
                <p:nvPr/>
              </p:nvSpPr>
              <p:spPr bwMode="auto">
                <a:xfrm>
                  <a:off x="516" y="1742"/>
                  <a:ext cx="13" cy="11"/>
                </a:xfrm>
                <a:prstGeom prst="rect">
                  <a:avLst/>
                </a:prstGeom>
                <a:gradFill rotWithShape="0">
                  <a:gsLst>
                    <a:gs pos="0">
                      <a:srgbClr val="005672"/>
                    </a:gs>
                    <a:gs pos="50000">
                      <a:srgbClr val="0099CC"/>
                    </a:gs>
                    <a:gs pos="100000">
                      <a:srgbClr val="005672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651" name="Rectangle 70"/>
                <p:cNvSpPr>
                  <a:spLocks noChangeArrowheads="1"/>
                </p:cNvSpPr>
                <p:nvPr/>
              </p:nvSpPr>
              <p:spPr bwMode="auto">
                <a:xfrm>
                  <a:off x="513" y="1744"/>
                  <a:ext cx="19" cy="4"/>
                </a:xfrm>
                <a:prstGeom prst="rect">
                  <a:avLst/>
                </a:prstGeom>
                <a:gradFill rotWithShape="0">
                  <a:gsLst>
                    <a:gs pos="0">
                      <a:srgbClr val="005672"/>
                    </a:gs>
                    <a:gs pos="50000">
                      <a:srgbClr val="0099CC"/>
                    </a:gs>
                    <a:gs pos="100000">
                      <a:srgbClr val="005672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648" name="Rectangle 71"/>
              <p:cNvSpPr>
                <a:spLocks noChangeArrowheads="1"/>
              </p:cNvSpPr>
              <p:nvPr/>
            </p:nvSpPr>
            <p:spPr bwMode="auto">
              <a:xfrm flipH="1">
                <a:off x="271" y="1438"/>
                <a:ext cx="135" cy="2"/>
              </a:xfrm>
              <a:prstGeom prst="rect">
                <a:avLst/>
              </a:prstGeom>
              <a:gradFill rotWithShape="0">
                <a:gsLst>
                  <a:gs pos="0">
                    <a:srgbClr val="005672"/>
                  </a:gs>
                  <a:gs pos="50000">
                    <a:srgbClr val="0099CC"/>
                  </a:gs>
                  <a:gs pos="100000">
                    <a:srgbClr val="005672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49" name="Rectangle 72"/>
              <p:cNvSpPr>
                <a:spLocks noChangeArrowheads="1"/>
              </p:cNvSpPr>
              <p:nvPr/>
            </p:nvSpPr>
            <p:spPr bwMode="auto">
              <a:xfrm flipH="1">
                <a:off x="262" y="1438"/>
                <a:ext cx="9" cy="12"/>
              </a:xfrm>
              <a:prstGeom prst="rect">
                <a:avLst/>
              </a:prstGeom>
              <a:gradFill rotWithShape="0">
                <a:gsLst>
                  <a:gs pos="0">
                    <a:srgbClr val="005672"/>
                  </a:gs>
                  <a:gs pos="50000">
                    <a:srgbClr val="0099CC"/>
                  </a:gs>
                  <a:gs pos="100000">
                    <a:srgbClr val="005672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21" name="Group 73"/>
            <p:cNvGrpSpPr>
              <a:grpSpLocks/>
            </p:cNvGrpSpPr>
            <p:nvPr/>
          </p:nvGrpSpPr>
          <p:grpSpPr bwMode="auto">
            <a:xfrm>
              <a:off x="3673475" y="1023938"/>
              <a:ext cx="838200" cy="179387"/>
              <a:chOff x="2602" y="704"/>
              <a:chExt cx="528" cy="113"/>
            </a:xfrm>
          </p:grpSpPr>
          <p:sp>
            <p:nvSpPr>
              <p:cNvPr id="640" name="Line 74"/>
              <p:cNvSpPr>
                <a:spLocks noChangeShapeType="1"/>
              </p:cNvSpPr>
              <p:nvPr/>
            </p:nvSpPr>
            <p:spPr bwMode="auto">
              <a:xfrm>
                <a:off x="2605" y="704"/>
                <a:ext cx="0" cy="113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41" name="Line 75"/>
              <p:cNvSpPr>
                <a:spLocks noChangeShapeType="1"/>
              </p:cNvSpPr>
              <p:nvPr/>
            </p:nvSpPr>
            <p:spPr bwMode="auto">
              <a:xfrm flipV="1">
                <a:off x="2602" y="709"/>
                <a:ext cx="528" cy="0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22" name="Group 76"/>
            <p:cNvGrpSpPr>
              <a:grpSpLocks/>
            </p:cNvGrpSpPr>
            <p:nvPr/>
          </p:nvGrpSpPr>
          <p:grpSpPr bwMode="auto">
            <a:xfrm>
              <a:off x="5832475" y="1708150"/>
              <a:ext cx="642938" cy="722313"/>
              <a:chOff x="3055" y="1437"/>
              <a:chExt cx="108" cy="118"/>
            </a:xfrm>
          </p:grpSpPr>
          <p:grpSp>
            <p:nvGrpSpPr>
              <p:cNvPr id="612" name="Group 77"/>
              <p:cNvGrpSpPr>
                <a:grpSpLocks/>
              </p:cNvGrpSpPr>
              <p:nvPr/>
            </p:nvGrpSpPr>
            <p:grpSpPr bwMode="auto">
              <a:xfrm flipH="1">
                <a:off x="3055" y="1441"/>
                <a:ext cx="108" cy="114"/>
                <a:chOff x="2204" y="320"/>
                <a:chExt cx="64" cy="93"/>
              </a:xfrm>
            </p:grpSpPr>
            <p:sp>
              <p:nvSpPr>
                <p:cNvPr id="629" name="Freeform 78"/>
                <p:cNvSpPr>
                  <a:spLocks/>
                </p:cNvSpPr>
                <p:nvPr/>
              </p:nvSpPr>
              <p:spPr bwMode="auto">
                <a:xfrm>
                  <a:off x="2204" y="368"/>
                  <a:ext cx="12" cy="12"/>
                </a:xfrm>
                <a:custGeom>
                  <a:avLst/>
                  <a:gdLst>
                    <a:gd name="T0" fmla="*/ 0 w 12"/>
                    <a:gd name="T1" fmla="*/ 8 h 12"/>
                    <a:gd name="T2" fmla="*/ 4 w 12"/>
                    <a:gd name="T3" fmla="*/ 12 h 12"/>
                    <a:gd name="T4" fmla="*/ 12 w 12"/>
                    <a:gd name="T5" fmla="*/ 4 h 12"/>
                    <a:gd name="T6" fmla="*/ 8 w 12"/>
                    <a:gd name="T7" fmla="*/ 0 h 12"/>
                    <a:gd name="T8" fmla="*/ 0 w 12"/>
                    <a:gd name="T9" fmla="*/ 8 h 1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"/>
                    <a:gd name="T16" fmla="*/ 0 h 12"/>
                    <a:gd name="T17" fmla="*/ 12 w 12"/>
                    <a:gd name="T18" fmla="*/ 12 h 1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" h="12">
                      <a:moveTo>
                        <a:pt x="0" y="8"/>
                      </a:moveTo>
                      <a:lnTo>
                        <a:pt x="4" y="12"/>
                      </a:lnTo>
                      <a:lnTo>
                        <a:pt x="12" y="4"/>
                      </a:lnTo>
                      <a:lnTo>
                        <a:pt x="8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05E76"/>
                    </a:gs>
                    <a:gs pos="50000">
                      <a:srgbClr val="00CCFF"/>
                    </a:gs>
                    <a:gs pos="100000">
                      <a:srgbClr val="005E76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grpSp>
              <p:nvGrpSpPr>
                <p:cNvPr id="630" name="Group 79"/>
                <p:cNvGrpSpPr>
                  <a:grpSpLocks/>
                </p:cNvGrpSpPr>
                <p:nvPr/>
              </p:nvGrpSpPr>
              <p:grpSpPr bwMode="auto">
                <a:xfrm>
                  <a:off x="2212" y="320"/>
                  <a:ext cx="56" cy="93"/>
                  <a:chOff x="-16085" y="-1081"/>
                  <a:chExt cx="30590" cy="19313"/>
                </a:xfrm>
              </p:grpSpPr>
              <p:sp>
                <p:nvSpPr>
                  <p:cNvPr id="631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-1189" y="-1081"/>
                    <a:ext cx="532" cy="19313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005E76"/>
                      </a:gs>
                      <a:gs pos="50000">
                        <a:srgbClr val="00CCFF"/>
                      </a:gs>
                      <a:gs pos="100000">
                        <a:srgbClr val="005E76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632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-12893" y="3725"/>
                    <a:ext cx="24206" cy="8188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005E76"/>
                      </a:gs>
                      <a:gs pos="50000">
                        <a:srgbClr val="00CCFF"/>
                      </a:gs>
                      <a:gs pos="100000">
                        <a:srgbClr val="005E76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grpSp>
                <p:nvGrpSpPr>
                  <p:cNvPr id="633" name="Group 82"/>
                  <p:cNvGrpSpPr>
                    <a:grpSpLocks/>
                  </p:cNvGrpSpPr>
                  <p:nvPr/>
                </p:nvGrpSpPr>
                <p:grpSpPr bwMode="auto">
                  <a:xfrm>
                    <a:off x="-1721" y="-191"/>
                    <a:ext cx="1862" cy="1691"/>
                    <a:chOff x="11640000" y="13680000"/>
                    <a:chExt cx="140000" cy="380000"/>
                  </a:xfrm>
                </p:grpSpPr>
                <p:sp>
                  <p:nvSpPr>
                    <p:cNvPr id="637" name="Rectangle 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40000" y="13680000"/>
                      <a:ext cx="140000" cy="1800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005E76"/>
                        </a:gs>
                        <a:gs pos="50000">
                          <a:srgbClr val="00CCFF"/>
                        </a:gs>
                        <a:gs pos="100000">
                          <a:srgbClr val="005E76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638" name="Rectangle 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40000" y="13680000"/>
                      <a:ext cx="140000" cy="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005E76"/>
                        </a:gs>
                        <a:gs pos="50000">
                          <a:srgbClr val="00CCFF"/>
                        </a:gs>
                        <a:gs pos="100000">
                          <a:srgbClr val="005E76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639" name="Rectangle 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40000" y="13860000"/>
                      <a:ext cx="140000" cy="2000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005E76"/>
                        </a:gs>
                        <a:gs pos="50000">
                          <a:srgbClr val="00CCFF"/>
                        </a:gs>
                        <a:gs pos="100000">
                          <a:srgbClr val="005E76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</p:grpSp>
              <p:sp>
                <p:nvSpPr>
                  <p:cNvPr id="634" name="Dibujo 804"/>
                  <p:cNvSpPr>
                    <a:spLocks/>
                  </p:cNvSpPr>
                  <p:nvPr/>
                </p:nvSpPr>
                <p:spPr bwMode="auto">
                  <a:xfrm>
                    <a:off x="-12893" y="11913"/>
                    <a:ext cx="24206" cy="4450"/>
                  </a:xfrm>
                  <a:custGeom>
                    <a:avLst/>
                    <a:gdLst>
                      <a:gd name="T0" fmla="*/ 79012 w 16384"/>
                      <a:gd name="T1" fmla="*/ 7 h 16384"/>
                      <a:gd name="T2" fmla="*/ 91372 w 16384"/>
                      <a:gd name="T3" fmla="*/ 7 h 16384"/>
                      <a:gd name="T4" fmla="*/ 170385 w 16384"/>
                      <a:gd name="T5" fmla="*/ 0 h 16384"/>
                      <a:gd name="T6" fmla="*/ 0 w 16384"/>
                      <a:gd name="T7" fmla="*/ 0 h 16384"/>
                      <a:gd name="T8" fmla="*/ 79012 w 16384"/>
                      <a:gd name="T9" fmla="*/ 7 h 163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6384"/>
                      <a:gd name="T16" fmla="*/ 0 h 16384"/>
                      <a:gd name="T17" fmla="*/ 16384 w 16384"/>
                      <a:gd name="T18" fmla="*/ 16384 h 163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6384" h="16384">
                        <a:moveTo>
                          <a:pt x="7598" y="16384"/>
                        </a:moveTo>
                        <a:lnTo>
                          <a:pt x="8786" y="16384"/>
                        </a:lnTo>
                        <a:lnTo>
                          <a:pt x="16384" y="0"/>
                        </a:lnTo>
                        <a:lnTo>
                          <a:pt x="0" y="0"/>
                        </a:lnTo>
                        <a:lnTo>
                          <a:pt x="7598" y="1638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05E76"/>
                      </a:gs>
                      <a:gs pos="50000">
                        <a:srgbClr val="00CCFF"/>
                      </a:gs>
                      <a:gs pos="100000">
                        <a:srgbClr val="005E76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635" name="Dibujo 19"/>
                  <p:cNvSpPr>
                    <a:spLocks/>
                  </p:cNvSpPr>
                  <p:nvPr/>
                </p:nvSpPr>
                <p:spPr bwMode="auto">
                  <a:xfrm>
                    <a:off x="-16085" y="4437"/>
                    <a:ext cx="30590" cy="7476"/>
                  </a:xfrm>
                  <a:custGeom>
                    <a:avLst/>
                    <a:gdLst>
                      <a:gd name="T0" fmla="*/ 0 w 16384"/>
                      <a:gd name="T1" fmla="*/ 0 h 16384"/>
                      <a:gd name="T2" fmla="*/ 694035 w 16384"/>
                      <a:gd name="T3" fmla="*/ 0 h 16384"/>
                      <a:gd name="T4" fmla="*/ 694035 w 16384"/>
                      <a:gd name="T5" fmla="*/ 46 h 16384"/>
                      <a:gd name="T6" fmla="*/ 0 w 16384"/>
                      <a:gd name="T7" fmla="*/ 148 h 16384"/>
                      <a:gd name="T8" fmla="*/ 0 w 16384"/>
                      <a:gd name="T9" fmla="*/ 0 h 163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6384"/>
                      <a:gd name="T16" fmla="*/ 0 h 16384"/>
                      <a:gd name="T17" fmla="*/ 16384 w 16384"/>
                      <a:gd name="T18" fmla="*/ 16384 h 163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6384" h="16384">
                        <a:moveTo>
                          <a:pt x="0" y="0"/>
                        </a:moveTo>
                        <a:lnTo>
                          <a:pt x="16384" y="0"/>
                        </a:lnTo>
                        <a:lnTo>
                          <a:pt x="16384" y="5041"/>
                        </a:lnTo>
                        <a:lnTo>
                          <a:pt x="0" y="1638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05E76"/>
                      </a:gs>
                      <a:gs pos="50000">
                        <a:srgbClr val="00CCFF"/>
                      </a:gs>
                      <a:gs pos="100000">
                        <a:srgbClr val="005E76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636" name="Rectangle 88"/>
                  <p:cNvSpPr>
                    <a:spLocks noChangeArrowheads="1"/>
                  </p:cNvSpPr>
                  <p:nvPr/>
                </p:nvSpPr>
                <p:spPr bwMode="auto">
                  <a:xfrm>
                    <a:off x="-10765" y="3013"/>
                    <a:ext cx="20482" cy="71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005E76"/>
                      </a:gs>
                      <a:gs pos="50000">
                        <a:srgbClr val="00CCFF"/>
                      </a:gs>
                      <a:gs pos="100000">
                        <a:srgbClr val="005E76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613" name="Group 89"/>
              <p:cNvGrpSpPr>
                <a:grpSpLocks/>
              </p:cNvGrpSpPr>
              <p:nvPr/>
            </p:nvGrpSpPr>
            <p:grpSpPr bwMode="auto">
              <a:xfrm>
                <a:off x="3056" y="1437"/>
                <a:ext cx="101" cy="25"/>
                <a:chOff x="3914" y="1171"/>
                <a:chExt cx="101" cy="25"/>
              </a:xfrm>
            </p:grpSpPr>
            <p:sp>
              <p:nvSpPr>
                <p:cNvPr id="614" name="Line 90"/>
                <p:cNvSpPr>
                  <a:spLocks noChangeShapeType="1"/>
                </p:cNvSpPr>
                <p:nvPr/>
              </p:nvSpPr>
              <p:spPr bwMode="auto">
                <a:xfrm>
                  <a:off x="3960" y="1184"/>
                  <a:ext cx="0" cy="12"/>
                </a:xfrm>
                <a:prstGeom prst="line">
                  <a:avLst/>
                </a:prstGeom>
                <a:noFill/>
                <a:ln w="3175">
                  <a:solidFill>
                    <a:srgbClr val="3366FF"/>
                  </a:solidFill>
                  <a:round/>
                  <a:headEnd/>
                  <a:tailEnd type="stealth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grpSp>
              <p:nvGrpSpPr>
                <p:cNvPr id="615" name="Group 91"/>
                <p:cNvGrpSpPr>
                  <a:grpSpLocks/>
                </p:cNvGrpSpPr>
                <p:nvPr/>
              </p:nvGrpSpPr>
              <p:grpSpPr bwMode="auto">
                <a:xfrm>
                  <a:off x="3914" y="1171"/>
                  <a:ext cx="101" cy="25"/>
                  <a:chOff x="3913" y="1201"/>
                  <a:chExt cx="101" cy="25"/>
                </a:xfrm>
              </p:grpSpPr>
              <p:sp>
                <p:nvSpPr>
                  <p:cNvPr id="616" name="Line 9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13" y="1214"/>
                    <a:ext cx="94" cy="0"/>
                  </a:xfrm>
                  <a:prstGeom prst="line">
                    <a:avLst/>
                  </a:prstGeom>
                  <a:noFill/>
                  <a:ln w="6350">
                    <a:solidFill>
                      <a:srgbClr val="3366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617" name="Line 93"/>
                  <p:cNvSpPr>
                    <a:spLocks noChangeShapeType="1"/>
                  </p:cNvSpPr>
                  <p:nvPr/>
                </p:nvSpPr>
                <p:spPr bwMode="auto">
                  <a:xfrm>
                    <a:off x="3913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618" name="Line 94"/>
                  <p:cNvSpPr>
                    <a:spLocks noChangeShapeType="1"/>
                  </p:cNvSpPr>
                  <p:nvPr/>
                </p:nvSpPr>
                <p:spPr bwMode="auto">
                  <a:xfrm>
                    <a:off x="3920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619" name="Line 95"/>
                  <p:cNvSpPr>
                    <a:spLocks noChangeShapeType="1"/>
                  </p:cNvSpPr>
                  <p:nvPr/>
                </p:nvSpPr>
                <p:spPr bwMode="auto">
                  <a:xfrm>
                    <a:off x="3939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620" name="Line 96"/>
                  <p:cNvSpPr>
                    <a:spLocks noChangeShapeType="1"/>
                  </p:cNvSpPr>
                  <p:nvPr/>
                </p:nvSpPr>
                <p:spPr bwMode="auto">
                  <a:xfrm>
                    <a:off x="3946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621" name="Line 97"/>
                  <p:cNvSpPr>
                    <a:spLocks noChangeShapeType="1"/>
                  </p:cNvSpPr>
                  <p:nvPr/>
                </p:nvSpPr>
                <p:spPr bwMode="auto">
                  <a:xfrm>
                    <a:off x="3953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622" name="Line 98"/>
                  <p:cNvSpPr>
                    <a:spLocks noChangeShapeType="1"/>
                  </p:cNvSpPr>
                  <p:nvPr/>
                </p:nvSpPr>
                <p:spPr bwMode="auto">
                  <a:xfrm>
                    <a:off x="3967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623" name="Line 99"/>
                  <p:cNvSpPr>
                    <a:spLocks noChangeShapeType="1"/>
                  </p:cNvSpPr>
                  <p:nvPr/>
                </p:nvSpPr>
                <p:spPr bwMode="auto">
                  <a:xfrm>
                    <a:off x="3974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624" name="Line 100"/>
                  <p:cNvSpPr>
                    <a:spLocks noChangeShapeType="1"/>
                  </p:cNvSpPr>
                  <p:nvPr/>
                </p:nvSpPr>
                <p:spPr bwMode="auto">
                  <a:xfrm>
                    <a:off x="3993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625" name="Line 101"/>
                  <p:cNvSpPr>
                    <a:spLocks noChangeShapeType="1"/>
                  </p:cNvSpPr>
                  <p:nvPr/>
                </p:nvSpPr>
                <p:spPr bwMode="auto">
                  <a:xfrm>
                    <a:off x="4000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626" name="Line 102"/>
                  <p:cNvSpPr>
                    <a:spLocks noChangeShapeType="1"/>
                  </p:cNvSpPr>
                  <p:nvPr/>
                </p:nvSpPr>
                <p:spPr bwMode="auto">
                  <a:xfrm>
                    <a:off x="4007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627" name="Line 10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97" y="1201"/>
                    <a:ext cx="0" cy="13"/>
                  </a:xfrm>
                  <a:prstGeom prst="line">
                    <a:avLst/>
                  </a:prstGeom>
                  <a:noFill/>
                  <a:ln w="6350">
                    <a:solidFill>
                      <a:srgbClr val="3366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628" name="Line 10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97" y="1201"/>
                    <a:ext cx="17" cy="0"/>
                  </a:xfrm>
                  <a:prstGeom prst="line">
                    <a:avLst/>
                  </a:prstGeom>
                  <a:noFill/>
                  <a:ln w="6350">
                    <a:solidFill>
                      <a:srgbClr val="3366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23" name="Line 105"/>
            <p:cNvSpPr>
              <a:spLocks noChangeShapeType="1"/>
            </p:cNvSpPr>
            <p:nvPr/>
          </p:nvSpPr>
          <p:spPr bwMode="auto">
            <a:xfrm flipV="1">
              <a:off x="5478463" y="2084388"/>
              <a:ext cx="284162" cy="0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24" name="Line 106"/>
            <p:cNvSpPr>
              <a:spLocks noChangeShapeType="1"/>
            </p:cNvSpPr>
            <p:nvPr/>
          </p:nvSpPr>
          <p:spPr bwMode="auto">
            <a:xfrm flipH="1">
              <a:off x="6132513" y="1450975"/>
              <a:ext cx="0" cy="249238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25" name="Line 107"/>
            <p:cNvSpPr>
              <a:spLocks noChangeShapeType="1"/>
            </p:cNvSpPr>
            <p:nvPr/>
          </p:nvSpPr>
          <p:spPr bwMode="auto">
            <a:xfrm flipH="1">
              <a:off x="5757863" y="1460500"/>
              <a:ext cx="0" cy="619125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26" name="Line 108"/>
            <p:cNvSpPr>
              <a:spLocks noChangeShapeType="1"/>
            </p:cNvSpPr>
            <p:nvPr/>
          </p:nvSpPr>
          <p:spPr bwMode="auto">
            <a:xfrm>
              <a:off x="5754688" y="1457325"/>
              <a:ext cx="377825" cy="0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27" name="Group 109"/>
            <p:cNvGrpSpPr>
              <a:grpSpLocks/>
            </p:cNvGrpSpPr>
            <p:nvPr/>
          </p:nvGrpSpPr>
          <p:grpSpPr bwMode="auto">
            <a:xfrm>
              <a:off x="6832600" y="3265488"/>
              <a:ext cx="1944688" cy="215900"/>
              <a:chOff x="262" y="1431"/>
              <a:chExt cx="144" cy="49"/>
            </a:xfrm>
          </p:grpSpPr>
          <p:sp>
            <p:nvSpPr>
              <p:cNvPr id="602" name="Dibujo 574"/>
              <p:cNvSpPr>
                <a:spLocks/>
              </p:cNvSpPr>
              <p:nvPr/>
            </p:nvSpPr>
            <p:spPr bwMode="auto">
              <a:xfrm flipH="1">
                <a:off x="280" y="1463"/>
                <a:ext cx="115" cy="10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384"/>
                  <a:gd name="T16" fmla="*/ 0 h 16384"/>
                  <a:gd name="T17" fmla="*/ 16384 w 16384"/>
                  <a:gd name="T18" fmla="*/ 16384 h 16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384" h="16384">
                    <a:moveTo>
                      <a:pt x="0" y="0"/>
                    </a:moveTo>
                    <a:lnTo>
                      <a:pt x="16384" y="0"/>
                    </a:lnTo>
                    <a:lnTo>
                      <a:pt x="8637" y="16384"/>
                    </a:lnTo>
                    <a:lnTo>
                      <a:pt x="7569" y="16384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24A4A"/>
                  </a:gs>
                  <a:gs pos="50000">
                    <a:srgbClr val="33CCCC"/>
                  </a:gs>
                  <a:gs pos="100000">
                    <a:srgbClr val="124A4A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03" name="Rectangle 111"/>
              <p:cNvSpPr>
                <a:spLocks noChangeArrowheads="1"/>
              </p:cNvSpPr>
              <p:nvPr/>
            </p:nvSpPr>
            <p:spPr bwMode="auto">
              <a:xfrm flipH="1">
                <a:off x="337" y="1473"/>
                <a:ext cx="7" cy="7"/>
              </a:xfrm>
              <a:prstGeom prst="rect">
                <a:avLst/>
              </a:prstGeom>
              <a:gradFill rotWithShape="0">
                <a:gsLst>
                  <a:gs pos="0">
                    <a:srgbClr val="124A4A"/>
                  </a:gs>
                  <a:gs pos="50000">
                    <a:srgbClr val="33CCCC"/>
                  </a:gs>
                  <a:gs pos="100000">
                    <a:srgbClr val="124A4A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04" name="Rectangle 112"/>
              <p:cNvSpPr>
                <a:spLocks noChangeArrowheads="1"/>
              </p:cNvSpPr>
              <p:nvPr/>
            </p:nvSpPr>
            <p:spPr bwMode="auto">
              <a:xfrm flipH="1">
                <a:off x="275" y="1447"/>
                <a:ext cx="125" cy="16"/>
              </a:xfrm>
              <a:prstGeom prst="rect">
                <a:avLst/>
              </a:prstGeom>
              <a:gradFill rotWithShape="0">
                <a:gsLst>
                  <a:gs pos="0">
                    <a:srgbClr val="124A4A"/>
                  </a:gs>
                  <a:gs pos="50000">
                    <a:srgbClr val="33CCCC"/>
                  </a:gs>
                  <a:gs pos="100000">
                    <a:srgbClr val="124A4A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05" name="Rectangle 113"/>
              <p:cNvSpPr>
                <a:spLocks noChangeArrowheads="1"/>
              </p:cNvSpPr>
              <p:nvPr/>
            </p:nvSpPr>
            <p:spPr bwMode="auto">
              <a:xfrm flipH="1">
                <a:off x="271" y="1438"/>
                <a:ext cx="135" cy="12"/>
              </a:xfrm>
              <a:prstGeom prst="rect">
                <a:avLst/>
              </a:prstGeom>
              <a:gradFill rotWithShape="0">
                <a:gsLst>
                  <a:gs pos="0">
                    <a:srgbClr val="124A4A"/>
                  </a:gs>
                  <a:gs pos="50000">
                    <a:srgbClr val="33CCCC"/>
                  </a:gs>
                  <a:gs pos="100000">
                    <a:srgbClr val="124A4A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06" name="Rectangle 114"/>
              <p:cNvSpPr>
                <a:spLocks noChangeArrowheads="1"/>
              </p:cNvSpPr>
              <p:nvPr/>
            </p:nvSpPr>
            <p:spPr bwMode="auto">
              <a:xfrm flipH="1">
                <a:off x="337" y="1436"/>
                <a:ext cx="9" cy="2"/>
              </a:xfrm>
              <a:prstGeom prst="rect">
                <a:avLst/>
              </a:prstGeom>
              <a:gradFill rotWithShape="0">
                <a:gsLst>
                  <a:gs pos="0">
                    <a:srgbClr val="124A4A"/>
                  </a:gs>
                  <a:gs pos="50000">
                    <a:srgbClr val="33CCCC"/>
                  </a:gs>
                  <a:gs pos="100000">
                    <a:srgbClr val="124A4A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grpSp>
            <p:nvGrpSpPr>
              <p:cNvPr id="607" name="Group 115"/>
              <p:cNvGrpSpPr>
                <a:grpSpLocks/>
              </p:cNvGrpSpPr>
              <p:nvPr/>
            </p:nvGrpSpPr>
            <p:grpSpPr bwMode="auto">
              <a:xfrm flipH="1">
                <a:off x="337" y="1431"/>
                <a:ext cx="10" cy="7"/>
                <a:chOff x="513" y="1742"/>
                <a:chExt cx="19" cy="11"/>
              </a:xfrm>
            </p:grpSpPr>
            <p:sp>
              <p:nvSpPr>
                <p:cNvPr id="610" name="Rectangle 116"/>
                <p:cNvSpPr>
                  <a:spLocks noChangeArrowheads="1"/>
                </p:cNvSpPr>
                <p:nvPr/>
              </p:nvSpPr>
              <p:spPr bwMode="auto">
                <a:xfrm>
                  <a:off x="516" y="1742"/>
                  <a:ext cx="13" cy="11"/>
                </a:xfrm>
                <a:prstGeom prst="rect">
                  <a:avLst/>
                </a:prstGeom>
                <a:gradFill rotWithShape="0">
                  <a:gsLst>
                    <a:gs pos="0">
                      <a:srgbClr val="124A4A"/>
                    </a:gs>
                    <a:gs pos="50000">
                      <a:srgbClr val="33CCCC"/>
                    </a:gs>
                    <a:gs pos="100000">
                      <a:srgbClr val="124A4A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611" name="Rectangle 117"/>
                <p:cNvSpPr>
                  <a:spLocks noChangeArrowheads="1"/>
                </p:cNvSpPr>
                <p:nvPr/>
              </p:nvSpPr>
              <p:spPr bwMode="auto">
                <a:xfrm>
                  <a:off x="513" y="1744"/>
                  <a:ext cx="19" cy="4"/>
                </a:xfrm>
                <a:prstGeom prst="rect">
                  <a:avLst/>
                </a:prstGeom>
                <a:gradFill rotWithShape="0">
                  <a:gsLst>
                    <a:gs pos="0">
                      <a:srgbClr val="124A4A"/>
                    </a:gs>
                    <a:gs pos="50000">
                      <a:srgbClr val="33CCCC"/>
                    </a:gs>
                    <a:gs pos="100000">
                      <a:srgbClr val="124A4A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608" name="Rectangle 118"/>
              <p:cNvSpPr>
                <a:spLocks noChangeArrowheads="1"/>
              </p:cNvSpPr>
              <p:nvPr/>
            </p:nvSpPr>
            <p:spPr bwMode="auto">
              <a:xfrm flipH="1">
                <a:off x="271" y="1438"/>
                <a:ext cx="135" cy="2"/>
              </a:xfrm>
              <a:prstGeom prst="rect">
                <a:avLst/>
              </a:prstGeom>
              <a:gradFill rotWithShape="0">
                <a:gsLst>
                  <a:gs pos="0">
                    <a:srgbClr val="124A4A"/>
                  </a:gs>
                  <a:gs pos="50000">
                    <a:srgbClr val="33CCCC"/>
                  </a:gs>
                  <a:gs pos="100000">
                    <a:srgbClr val="124A4A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609" name="Rectangle 119"/>
              <p:cNvSpPr>
                <a:spLocks noChangeArrowheads="1"/>
              </p:cNvSpPr>
              <p:nvPr/>
            </p:nvSpPr>
            <p:spPr bwMode="auto">
              <a:xfrm flipH="1">
                <a:off x="262" y="1438"/>
                <a:ext cx="9" cy="12"/>
              </a:xfrm>
              <a:prstGeom prst="rect">
                <a:avLst/>
              </a:prstGeom>
              <a:gradFill rotWithShape="0">
                <a:gsLst>
                  <a:gs pos="0">
                    <a:srgbClr val="124A4A"/>
                  </a:gs>
                  <a:gs pos="50000">
                    <a:srgbClr val="33CCCC"/>
                  </a:gs>
                  <a:gs pos="100000">
                    <a:srgbClr val="124A4A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28" name="Group 121"/>
            <p:cNvGrpSpPr>
              <a:grpSpLocks/>
            </p:cNvGrpSpPr>
            <p:nvPr/>
          </p:nvGrpSpPr>
          <p:grpSpPr bwMode="auto">
            <a:xfrm>
              <a:off x="5054600" y="1677988"/>
              <a:ext cx="433388" cy="455612"/>
              <a:chOff x="2105" y="1693"/>
              <a:chExt cx="133" cy="119"/>
            </a:xfrm>
          </p:grpSpPr>
          <p:grpSp>
            <p:nvGrpSpPr>
              <p:cNvPr id="586" name="Group 122"/>
              <p:cNvGrpSpPr>
                <a:grpSpLocks/>
              </p:cNvGrpSpPr>
              <p:nvPr/>
            </p:nvGrpSpPr>
            <p:grpSpPr bwMode="auto">
              <a:xfrm>
                <a:off x="2105" y="1693"/>
                <a:ext cx="133" cy="119"/>
                <a:chOff x="314" y="507"/>
                <a:chExt cx="126" cy="160"/>
              </a:xfrm>
            </p:grpSpPr>
            <p:grpSp>
              <p:nvGrpSpPr>
                <p:cNvPr id="590" name="Group 123"/>
                <p:cNvGrpSpPr>
                  <a:grpSpLocks/>
                </p:cNvGrpSpPr>
                <p:nvPr/>
              </p:nvGrpSpPr>
              <p:grpSpPr bwMode="auto">
                <a:xfrm>
                  <a:off x="314" y="535"/>
                  <a:ext cx="126" cy="132"/>
                  <a:chOff x="376" y="317"/>
                  <a:chExt cx="220" cy="158"/>
                </a:xfrm>
              </p:grpSpPr>
              <p:sp>
                <p:nvSpPr>
                  <p:cNvPr id="600" name="Rectangle 124"/>
                  <p:cNvSpPr>
                    <a:spLocks noChangeArrowheads="1"/>
                  </p:cNvSpPr>
                  <p:nvPr/>
                </p:nvSpPr>
                <p:spPr bwMode="auto">
                  <a:xfrm>
                    <a:off x="384" y="318"/>
                    <a:ext cx="204" cy="157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5C2500"/>
                      </a:gs>
                      <a:gs pos="50000">
                        <a:srgbClr val="FF6600"/>
                      </a:gs>
                      <a:gs pos="100000">
                        <a:srgbClr val="5C2500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601" name="Rectangle 125"/>
                  <p:cNvSpPr>
                    <a:spLocks noChangeArrowheads="1"/>
                  </p:cNvSpPr>
                  <p:nvPr/>
                </p:nvSpPr>
                <p:spPr bwMode="auto">
                  <a:xfrm>
                    <a:off x="376" y="317"/>
                    <a:ext cx="220" cy="2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5C2500"/>
                      </a:gs>
                      <a:gs pos="50000">
                        <a:srgbClr val="FF6600"/>
                      </a:gs>
                      <a:gs pos="100000">
                        <a:srgbClr val="5C2500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  <p:sp>
              <p:nvSpPr>
                <p:cNvPr id="591" name="Rectangle 126"/>
                <p:cNvSpPr>
                  <a:spLocks noChangeArrowheads="1"/>
                </p:cNvSpPr>
                <p:nvPr/>
              </p:nvSpPr>
              <p:spPr bwMode="auto">
                <a:xfrm>
                  <a:off x="363" y="514"/>
                  <a:ext cx="30" cy="17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92" name="Rectangle 127"/>
                <p:cNvSpPr>
                  <a:spLocks noChangeArrowheads="1"/>
                </p:cNvSpPr>
                <p:nvPr/>
              </p:nvSpPr>
              <p:spPr bwMode="auto">
                <a:xfrm>
                  <a:off x="371" y="531"/>
                  <a:ext cx="14" cy="56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93" name="Rectangle 128"/>
                <p:cNvSpPr>
                  <a:spLocks noChangeArrowheads="1"/>
                </p:cNvSpPr>
                <p:nvPr/>
              </p:nvSpPr>
              <p:spPr bwMode="auto">
                <a:xfrm>
                  <a:off x="375" y="587"/>
                  <a:ext cx="5" cy="74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94" name="Rectangle 129"/>
                <p:cNvSpPr>
                  <a:spLocks noChangeArrowheads="1"/>
                </p:cNvSpPr>
                <p:nvPr/>
              </p:nvSpPr>
              <p:spPr bwMode="auto">
                <a:xfrm>
                  <a:off x="371" y="657"/>
                  <a:ext cx="13" cy="7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95" name="Rectangle 130"/>
                <p:cNvSpPr>
                  <a:spLocks noChangeArrowheads="1"/>
                </p:cNvSpPr>
                <p:nvPr/>
              </p:nvSpPr>
              <p:spPr bwMode="auto">
                <a:xfrm>
                  <a:off x="384" y="659"/>
                  <a:ext cx="33" cy="4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96" name="Rectangle 131"/>
                <p:cNvSpPr>
                  <a:spLocks noChangeArrowheads="1"/>
                </p:cNvSpPr>
                <p:nvPr/>
              </p:nvSpPr>
              <p:spPr bwMode="auto">
                <a:xfrm>
                  <a:off x="338" y="659"/>
                  <a:ext cx="33" cy="4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97" name="Rectangle 132"/>
                <p:cNvSpPr>
                  <a:spLocks noChangeArrowheads="1"/>
                </p:cNvSpPr>
                <p:nvPr/>
              </p:nvSpPr>
              <p:spPr bwMode="auto">
                <a:xfrm>
                  <a:off x="319" y="636"/>
                  <a:ext cx="8" cy="31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98" name="Rectangle 133"/>
                <p:cNvSpPr>
                  <a:spLocks noChangeArrowheads="1"/>
                </p:cNvSpPr>
                <p:nvPr/>
              </p:nvSpPr>
              <p:spPr bwMode="auto">
                <a:xfrm>
                  <a:off x="427" y="636"/>
                  <a:ext cx="8" cy="31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99" name="Rectangle 134"/>
                <p:cNvSpPr>
                  <a:spLocks noChangeArrowheads="1"/>
                </p:cNvSpPr>
                <p:nvPr/>
              </p:nvSpPr>
              <p:spPr bwMode="auto">
                <a:xfrm>
                  <a:off x="371" y="507"/>
                  <a:ext cx="15" cy="7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587" name="Rectangle 135"/>
              <p:cNvSpPr>
                <a:spLocks noChangeArrowheads="1"/>
              </p:cNvSpPr>
              <p:nvPr/>
            </p:nvSpPr>
            <p:spPr bwMode="auto">
              <a:xfrm>
                <a:off x="2165" y="1778"/>
                <a:ext cx="14" cy="5"/>
              </a:xfrm>
              <a:prstGeom prst="rect">
                <a:avLst/>
              </a:prstGeom>
              <a:gradFill rotWithShape="0">
                <a:gsLst>
                  <a:gs pos="0">
                    <a:srgbClr val="5C2500"/>
                  </a:gs>
                  <a:gs pos="50000">
                    <a:srgbClr val="FF6600"/>
                  </a:gs>
                  <a:gs pos="100000">
                    <a:srgbClr val="5C2500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88" name="Rectangle 136"/>
              <p:cNvSpPr>
                <a:spLocks noChangeArrowheads="1"/>
              </p:cNvSpPr>
              <p:nvPr/>
            </p:nvSpPr>
            <p:spPr bwMode="auto">
              <a:xfrm>
                <a:off x="2179" y="1779"/>
                <a:ext cx="35" cy="3"/>
              </a:xfrm>
              <a:prstGeom prst="rect">
                <a:avLst/>
              </a:prstGeom>
              <a:gradFill rotWithShape="0">
                <a:gsLst>
                  <a:gs pos="0">
                    <a:srgbClr val="5C2500"/>
                  </a:gs>
                  <a:gs pos="50000">
                    <a:srgbClr val="FF6600"/>
                  </a:gs>
                  <a:gs pos="100000">
                    <a:srgbClr val="5C2500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89" name="Rectangle 137"/>
              <p:cNvSpPr>
                <a:spLocks noChangeArrowheads="1"/>
              </p:cNvSpPr>
              <p:nvPr/>
            </p:nvSpPr>
            <p:spPr bwMode="auto">
              <a:xfrm>
                <a:off x="2130" y="1779"/>
                <a:ext cx="35" cy="3"/>
              </a:xfrm>
              <a:prstGeom prst="rect">
                <a:avLst/>
              </a:prstGeom>
              <a:gradFill rotWithShape="0">
                <a:gsLst>
                  <a:gs pos="0">
                    <a:srgbClr val="5C2500"/>
                  </a:gs>
                  <a:gs pos="50000">
                    <a:srgbClr val="FF6600"/>
                  </a:gs>
                  <a:gs pos="100000">
                    <a:srgbClr val="5C2500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29" name="Group 139"/>
            <p:cNvGrpSpPr>
              <a:grpSpLocks/>
            </p:cNvGrpSpPr>
            <p:nvPr/>
          </p:nvGrpSpPr>
          <p:grpSpPr bwMode="auto">
            <a:xfrm flipH="1">
              <a:off x="273050" y="6007100"/>
              <a:ext cx="2303463" cy="360363"/>
              <a:chOff x="262" y="1431"/>
              <a:chExt cx="144" cy="49"/>
            </a:xfrm>
          </p:grpSpPr>
          <p:sp>
            <p:nvSpPr>
              <p:cNvPr id="576" name="Dibujo 574"/>
              <p:cNvSpPr>
                <a:spLocks/>
              </p:cNvSpPr>
              <p:nvPr/>
            </p:nvSpPr>
            <p:spPr bwMode="auto">
              <a:xfrm flipH="1">
                <a:off x="280" y="1463"/>
                <a:ext cx="115" cy="10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384"/>
                  <a:gd name="T16" fmla="*/ 0 h 16384"/>
                  <a:gd name="T17" fmla="*/ 16384 w 16384"/>
                  <a:gd name="T18" fmla="*/ 16384 h 16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384" h="16384">
                    <a:moveTo>
                      <a:pt x="0" y="0"/>
                    </a:moveTo>
                    <a:lnTo>
                      <a:pt x="16384" y="0"/>
                    </a:lnTo>
                    <a:lnTo>
                      <a:pt x="8637" y="16384"/>
                    </a:lnTo>
                    <a:lnTo>
                      <a:pt x="7569" y="16384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24A4A"/>
                  </a:gs>
                  <a:gs pos="50000">
                    <a:srgbClr val="33CCCC"/>
                  </a:gs>
                  <a:gs pos="100000">
                    <a:srgbClr val="124A4A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77" name="Rectangle 141"/>
              <p:cNvSpPr>
                <a:spLocks noChangeArrowheads="1"/>
              </p:cNvSpPr>
              <p:nvPr/>
            </p:nvSpPr>
            <p:spPr bwMode="auto">
              <a:xfrm flipH="1">
                <a:off x="337" y="1473"/>
                <a:ext cx="7" cy="7"/>
              </a:xfrm>
              <a:prstGeom prst="rect">
                <a:avLst/>
              </a:prstGeom>
              <a:gradFill rotWithShape="0">
                <a:gsLst>
                  <a:gs pos="0">
                    <a:srgbClr val="124A4A"/>
                  </a:gs>
                  <a:gs pos="50000">
                    <a:srgbClr val="33CCCC"/>
                  </a:gs>
                  <a:gs pos="100000">
                    <a:srgbClr val="124A4A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78" name="Rectangle 142"/>
              <p:cNvSpPr>
                <a:spLocks noChangeArrowheads="1"/>
              </p:cNvSpPr>
              <p:nvPr/>
            </p:nvSpPr>
            <p:spPr bwMode="auto">
              <a:xfrm flipH="1">
                <a:off x="275" y="1447"/>
                <a:ext cx="125" cy="16"/>
              </a:xfrm>
              <a:prstGeom prst="rect">
                <a:avLst/>
              </a:prstGeom>
              <a:gradFill rotWithShape="0">
                <a:gsLst>
                  <a:gs pos="0">
                    <a:srgbClr val="124A4A"/>
                  </a:gs>
                  <a:gs pos="50000">
                    <a:srgbClr val="33CCCC"/>
                  </a:gs>
                  <a:gs pos="100000">
                    <a:srgbClr val="124A4A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79" name="Rectangle 143"/>
              <p:cNvSpPr>
                <a:spLocks noChangeArrowheads="1"/>
              </p:cNvSpPr>
              <p:nvPr/>
            </p:nvSpPr>
            <p:spPr bwMode="auto">
              <a:xfrm flipH="1">
                <a:off x="271" y="1438"/>
                <a:ext cx="135" cy="12"/>
              </a:xfrm>
              <a:prstGeom prst="rect">
                <a:avLst/>
              </a:prstGeom>
              <a:gradFill rotWithShape="0">
                <a:gsLst>
                  <a:gs pos="0">
                    <a:srgbClr val="124A4A"/>
                  </a:gs>
                  <a:gs pos="50000">
                    <a:srgbClr val="33CCCC"/>
                  </a:gs>
                  <a:gs pos="100000">
                    <a:srgbClr val="124A4A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80" name="Rectangle 144"/>
              <p:cNvSpPr>
                <a:spLocks noChangeArrowheads="1"/>
              </p:cNvSpPr>
              <p:nvPr/>
            </p:nvSpPr>
            <p:spPr bwMode="auto">
              <a:xfrm flipH="1">
                <a:off x="337" y="1436"/>
                <a:ext cx="9" cy="2"/>
              </a:xfrm>
              <a:prstGeom prst="rect">
                <a:avLst/>
              </a:prstGeom>
              <a:gradFill rotWithShape="0">
                <a:gsLst>
                  <a:gs pos="0">
                    <a:srgbClr val="124A4A"/>
                  </a:gs>
                  <a:gs pos="50000">
                    <a:srgbClr val="33CCCC"/>
                  </a:gs>
                  <a:gs pos="100000">
                    <a:srgbClr val="124A4A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grpSp>
            <p:nvGrpSpPr>
              <p:cNvPr id="581" name="Group 145"/>
              <p:cNvGrpSpPr>
                <a:grpSpLocks/>
              </p:cNvGrpSpPr>
              <p:nvPr/>
            </p:nvGrpSpPr>
            <p:grpSpPr bwMode="auto">
              <a:xfrm flipH="1">
                <a:off x="337" y="1431"/>
                <a:ext cx="10" cy="7"/>
                <a:chOff x="513" y="1742"/>
                <a:chExt cx="19" cy="11"/>
              </a:xfrm>
            </p:grpSpPr>
            <p:sp>
              <p:nvSpPr>
                <p:cNvPr id="584" name="Rectangle 146"/>
                <p:cNvSpPr>
                  <a:spLocks noChangeArrowheads="1"/>
                </p:cNvSpPr>
                <p:nvPr/>
              </p:nvSpPr>
              <p:spPr bwMode="auto">
                <a:xfrm>
                  <a:off x="516" y="1742"/>
                  <a:ext cx="13" cy="11"/>
                </a:xfrm>
                <a:prstGeom prst="rect">
                  <a:avLst/>
                </a:prstGeom>
                <a:gradFill rotWithShape="0">
                  <a:gsLst>
                    <a:gs pos="0">
                      <a:srgbClr val="124A4A"/>
                    </a:gs>
                    <a:gs pos="50000">
                      <a:srgbClr val="33CCCC"/>
                    </a:gs>
                    <a:gs pos="100000">
                      <a:srgbClr val="124A4A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85" name="Rectangle 147"/>
                <p:cNvSpPr>
                  <a:spLocks noChangeArrowheads="1"/>
                </p:cNvSpPr>
                <p:nvPr/>
              </p:nvSpPr>
              <p:spPr bwMode="auto">
                <a:xfrm>
                  <a:off x="513" y="1744"/>
                  <a:ext cx="19" cy="4"/>
                </a:xfrm>
                <a:prstGeom prst="rect">
                  <a:avLst/>
                </a:prstGeom>
                <a:gradFill rotWithShape="0">
                  <a:gsLst>
                    <a:gs pos="0">
                      <a:srgbClr val="124A4A"/>
                    </a:gs>
                    <a:gs pos="50000">
                      <a:srgbClr val="33CCCC"/>
                    </a:gs>
                    <a:gs pos="100000">
                      <a:srgbClr val="124A4A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582" name="Rectangle 148"/>
              <p:cNvSpPr>
                <a:spLocks noChangeArrowheads="1"/>
              </p:cNvSpPr>
              <p:nvPr/>
            </p:nvSpPr>
            <p:spPr bwMode="auto">
              <a:xfrm flipH="1">
                <a:off x="271" y="1438"/>
                <a:ext cx="135" cy="2"/>
              </a:xfrm>
              <a:prstGeom prst="rect">
                <a:avLst/>
              </a:prstGeom>
              <a:gradFill rotWithShape="0">
                <a:gsLst>
                  <a:gs pos="0">
                    <a:srgbClr val="124A4A"/>
                  </a:gs>
                  <a:gs pos="50000">
                    <a:srgbClr val="33CCCC"/>
                  </a:gs>
                  <a:gs pos="100000">
                    <a:srgbClr val="124A4A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83" name="Rectangle 149"/>
              <p:cNvSpPr>
                <a:spLocks noChangeArrowheads="1"/>
              </p:cNvSpPr>
              <p:nvPr/>
            </p:nvSpPr>
            <p:spPr bwMode="auto">
              <a:xfrm flipH="1">
                <a:off x="262" y="1438"/>
                <a:ext cx="9" cy="12"/>
              </a:xfrm>
              <a:prstGeom prst="rect">
                <a:avLst/>
              </a:prstGeom>
              <a:gradFill rotWithShape="0">
                <a:gsLst>
                  <a:gs pos="0">
                    <a:srgbClr val="124A4A"/>
                  </a:gs>
                  <a:gs pos="50000">
                    <a:srgbClr val="33CCCC"/>
                  </a:gs>
                  <a:gs pos="100000">
                    <a:srgbClr val="124A4A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30" name="Group 150"/>
            <p:cNvGrpSpPr>
              <a:grpSpLocks/>
            </p:cNvGrpSpPr>
            <p:nvPr/>
          </p:nvGrpSpPr>
          <p:grpSpPr bwMode="auto">
            <a:xfrm>
              <a:off x="1298575" y="2500313"/>
              <a:ext cx="366713" cy="3495675"/>
              <a:chOff x="845" y="1629"/>
              <a:chExt cx="231" cy="2202"/>
            </a:xfrm>
          </p:grpSpPr>
          <p:sp>
            <p:nvSpPr>
              <p:cNvPr id="573" name="Line 151"/>
              <p:cNvSpPr>
                <a:spLocks noChangeShapeType="1"/>
              </p:cNvSpPr>
              <p:nvPr/>
            </p:nvSpPr>
            <p:spPr bwMode="auto">
              <a:xfrm flipH="1">
                <a:off x="1071" y="1629"/>
                <a:ext cx="0" cy="19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74" name="Line 152"/>
              <p:cNvSpPr>
                <a:spLocks noChangeShapeType="1"/>
              </p:cNvSpPr>
              <p:nvPr/>
            </p:nvSpPr>
            <p:spPr bwMode="auto">
              <a:xfrm flipH="1">
                <a:off x="849" y="1821"/>
                <a:ext cx="227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75" name="Line 153"/>
              <p:cNvSpPr>
                <a:spLocks noChangeShapeType="1"/>
              </p:cNvSpPr>
              <p:nvPr/>
            </p:nvSpPr>
            <p:spPr bwMode="auto">
              <a:xfrm flipH="1">
                <a:off x="845" y="1813"/>
                <a:ext cx="0" cy="201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31" name="Group 154"/>
            <p:cNvGrpSpPr>
              <a:grpSpLocks/>
            </p:cNvGrpSpPr>
            <p:nvPr/>
          </p:nvGrpSpPr>
          <p:grpSpPr bwMode="auto">
            <a:xfrm>
              <a:off x="127000" y="2344738"/>
              <a:ext cx="1187450" cy="4210050"/>
              <a:chOff x="107" y="1531"/>
              <a:chExt cx="748" cy="2652"/>
            </a:xfrm>
          </p:grpSpPr>
          <p:sp>
            <p:nvSpPr>
              <p:cNvPr id="568" name="Line 155"/>
              <p:cNvSpPr>
                <a:spLocks noChangeShapeType="1"/>
              </p:cNvSpPr>
              <p:nvPr/>
            </p:nvSpPr>
            <p:spPr bwMode="auto">
              <a:xfrm flipH="1">
                <a:off x="851" y="4065"/>
                <a:ext cx="0" cy="1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69" name="Line 156"/>
              <p:cNvSpPr>
                <a:spLocks noChangeShapeType="1"/>
              </p:cNvSpPr>
              <p:nvPr/>
            </p:nvSpPr>
            <p:spPr bwMode="auto">
              <a:xfrm flipH="1">
                <a:off x="107" y="4180"/>
                <a:ext cx="74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70" name="Line 157"/>
              <p:cNvSpPr>
                <a:spLocks noChangeShapeType="1"/>
              </p:cNvSpPr>
              <p:nvPr/>
            </p:nvSpPr>
            <p:spPr bwMode="auto">
              <a:xfrm>
                <a:off x="113" y="1685"/>
                <a:ext cx="0" cy="249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71" name="Line 158"/>
              <p:cNvSpPr>
                <a:spLocks noChangeShapeType="1"/>
              </p:cNvSpPr>
              <p:nvPr/>
            </p:nvSpPr>
            <p:spPr bwMode="auto">
              <a:xfrm flipH="1">
                <a:off x="113" y="1688"/>
                <a:ext cx="317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72" name="Line 159"/>
              <p:cNvSpPr>
                <a:spLocks noChangeShapeType="1"/>
              </p:cNvSpPr>
              <p:nvPr/>
            </p:nvSpPr>
            <p:spPr bwMode="auto">
              <a:xfrm flipV="1">
                <a:off x="431" y="1531"/>
                <a:ext cx="0" cy="15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32" name="Rectangle 160"/>
            <p:cNvSpPr>
              <a:spLocks noChangeArrowheads="1"/>
            </p:cNvSpPr>
            <p:nvPr/>
          </p:nvSpPr>
          <p:spPr bwMode="auto">
            <a:xfrm>
              <a:off x="5670550" y="3990975"/>
              <a:ext cx="268288" cy="158750"/>
            </a:xfrm>
            <a:prstGeom prst="rect">
              <a:avLst/>
            </a:prstGeom>
            <a:gradFill rotWithShape="0">
              <a:gsLst>
                <a:gs pos="0">
                  <a:srgbClr val="5C2500"/>
                </a:gs>
                <a:gs pos="50000">
                  <a:srgbClr val="FF6600"/>
                </a:gs>
                <a:gs pos="100000">
                  <a:srgbClr val="5C2500"/>
                </a:gs>
              </a:gsLst>
              <a:lin ang="0" scaled="1"/>
            </a:gra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alt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33" name="Group 162"/>
            <p:cNvGrpSpPr>
              <a:grpSpLocks/>
            </p:cNvGrpSpPr>
            <p:nvPr/>
          </p:nvGrpSpPr>
          <p:grpSpPr bwMode="auto">
            <a:xfrm>
              <a:off x="5795963" y="3643313"/>
              <a:ext cx="2098675" cy="333375"/>
              <a:chOff x="4093" y="2235"/>
              <a:chExt cx="907" cy="113"/>
            </a:xfrm>
          </p:grpSpPr>
          <p:sp>
            <p:nvSpPr>
              <p:cNvPr id="566" name="Line 163"/>
              <p:cNvSpPr>
                <a:spLocks noChangeShapeType="1"/>
              </p:cNvSpPr>
              <p:nvPr/>
            </p:nvSpPr>
            <p:spPr bwMode="auto">
              <a:xfrm flipH="1">
                <a:off x="4093" y="2241"/>
                <a:ext cx="907" cy="0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67" name="Line 164"/>
              <p:cNvSpPr>
                <a:spLocks noChangeShapeType="1"/>
              </p:cNvSpPr>
              <p:nvPr/>
            </p:nvSpPr>
            <p:spPr bwMode="auto">
              <a:xfrm>
                <a:off x="4099" y="2235"/>
                <a:ext cx="0" cy="113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34" name="Group 165"/>
            <p:cNvGrpSpPr>
              <a:grpSpLocks/>
            </p:cNvGrpSpPr>
            <p:nvPr/>
          </p:nvGrpSpPr>
          <p:grpSpPr bwMode="auto">
            <a:xfrm>
              <a:off x="3665538" y="1447800"/>
              <a:ext cx="1587" cy="287338"/>
              <a:chOff x="2578" y="996"/>
              <a:chExt cx="45" cy="136"/>
            </a:xfrm>
          </p:grpSpPr>
          <p:sp>
            <p:nvSpPr>
              <p:cNvPr id="564" name="Line 166"/>
              <p:cNvSpPr>
                <a:spLocks noChangeShapeType="1"/>
              </p:cNvSpPr>
              <p:nvPr/>
            </p:nvSpPr>
            <p:spPr bwMode="auto">
              <a:xfrm>
                <a:off x="2605" y="996"/>
                <a:ext cx="0" cy="136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65" name="Rectangle 167"/>
              <p:cNvSpPr>
                <a:spLocks noChangeArrowheads="1"/>
              </p:cNvSpPr>
              <p:nvPr/>
            </p:nvSpPr>
            <p:spPr bwMode="auto">
              <a:xfrm rot="-5400000">
                <a:off x="2578" y="1020"/>
                <a:ext cx="45" cy="45"/>
              </a:xfrm>
              <a:prstGeom prst="rect">
                <a:avLst/>
              </a:prstGeom>
              <a:gradFill rotWithShape="0">
                <a:gsLst>
                  <a:gs pos="0">
                    <a:srgbClr val="76475E"/>
                  </a:gs>
                  <a:gs pos="50000">
                    <a:srgbClr val="FF99CC"/>
                  </a:gs>
                  <a:gs pos="100000">
                    <a:srgbClr val="76475E"/>
                  </a:gs>
                </a:gsLst>
                <a:lin ang="5400000" scaled="1"/>
              </a:gradFill>
              <a:ln w="25400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35" name="Group 168"/>
            <p:cNvGrpSpPr>
              <a:grpSpLocks/>
            </p:cNvGrpSpPr>
            <p:nvPr/>
          </p:nvGrpSpPr>
          <p:grpSpPr bwMode="auto">
            <a:xfrm>
              <a:off x="5503863" y="4384675"/>
              <a:ext cx="503237" cy="360363"/>
              <a:chOff x="748" y="784"/>
              <a:chExt cx="53" cy="40"/>
            </a:xfrm>
          </p:grpSpPr>
          <p:sp>
            <p:nvSpPr>
              <p:cNvPr id="559" name="Oval 169"/>
              <p:cNvSpPr>
                <a:spLocks noChangeArrowheads="1"/>
              </p:cNvSpPr>
              <p:nvPr/>
            </p:nvSpPr>
            <p:spPr bwMode="auto">
              <a:xfrm>
                <a:off x="761" y="784"/>
                <a:ext cx="40" cy="40"/>
              </a:xfrm>
              <a:prstGeom prst="ellipse">
                <a:avLst/>
              </a:prstGeom>
              <a:gradFill rotWithShape="0">
                <a:gsLst>
                  <a:gs pos="0">
                    <a:srgbClr val="99CC00"/>
                  </a:gs>
                  <a:gs pos="100000">
                    <a:srgbClr val="658700"/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60" name="Oval 170"/>
              <p:cNvSpPr>
                <a:spLocks noChangeArrowheads="1"/>
              </p:cNvSpPr>
              <p:nvPr/>
            </p:nvSpPr>
            <p:spPr bwMode="auto">
              <a:xfrm>
                <a:off x="765" y="789"/>
                <a:ext cx="31" cy="31"/>
              </a:xfrm>
              <a:prstGeom prst="ellipse">
                <a:avLst/>
              </a:prstGeom>
              <a:gradFill rotWithShape="0">
                <a:gsLst>
                  <a:gs pos="0">
                    <a:srgbClr val="99CC00"/>
                  </a:gs>
                  <a:gs pos="100000">
                    <a:srgbClr val="658700"/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61" name="Oval 171"/>
              <p:cNvSpPr>
                <a:spLocks noChangeArrowheads="1"/>
              </p:cNvSpPr>
              <p:nvPr/>
            </p:nvSpPr>
            <p:spPr bwMode="auto">
              <a:xfrm flipV="1">
                <a:off x="776" y="800"/>
                <a:ext cx="9" cy="9"/>
              </a:xfrm>
              <a:prstGeom prst="ellipse">
                <a:avLst/>
              </a:prstGeom>
              <a:gradFill rotWithShape="0">
                <a:gsLst>
                  <a:gs pos="0">
                    <a:srgbClr val="99CC00"/>
                  </a:gs>
                  <a:gs pos="100000">
                    <a:srgbClr val="658700"/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62" name="Arc 172"/>
              <p:cNvSpPr>
                <a:spLocks/>
              </p:cNvSpPr>
              <p:nvPr/>
            </p:nvSpPr>
            <p:spPr bwMode="auto">
              <a:xfrm flipH="1">
                <a:off x="753" y="795"/>
                <a:ext cx="8" cy="1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63" name="Oval 173"/>
              <p:cNvSpPr>
                <a:spLocks noChangeArrowheads="1"/>
              </p:cNvSpPr>
              <p:nvPr/>
            </p:nvSpPr>
            <p:spPr bwMode="auto">
              <a:xfrm flipV="1">
                <a:off x="748" y="803"/>
                <a:ext cx="5" cy="5"/>
              </a:xfrm>
              <a:prstGeom prst="ellipse">
                <a:avLst/>
              </a:prstGeom>
              <a:gradFill rotWithShape="0">
                <a:gsLst>
                  <a:gs pos="0">
                    <a:srgbClr val="99CC00"/>
                  </a:gs>
                  <a:gs pos="100000">
                    <a:srgbClr val="658700"/>
                  </a:gs>
                </a:gsLst>
                <a:path path="shape">
                  <a:fillToRect l="50000" t="50000" r="50000" b="50000"/>
                </a:path>
              </a:gra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36" name="Line 174"/>
            <p:cNvSpPr>
              <a:spLocks noChangeShapeType="1"/>
            </p:cNvSpPr>
            <p:nvPr/>
          </p:nvSpPr>
          <p:spPr bwMode="auto">
            <a:xfrm>
              <a:off x="5816600" y="4149725"/>
              <a:ext cx="0" cy="215900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37" name="Group 175"/>
            <p:cNvGrpSpPr>
              <a:grpSpLocks/>
            </p:cNvGrpSpPr>
            <p:nvPr/>
          </p:nvGrpSpPr>
          <p:grpSpPr bwMode="auto">
            <a:xfrm>
              <a:off x="5921375" y="4394200"/>
              <a:ext cx="215900" cy="144463"/>
              <a:chOff x="3757" y="2822"/>
              <a:chExt cx="136" cy="91"/>
            </a:xfrm>
          </p:grpSpPr>
          <p:sp>
            <p:nvSpPr>
              <p:cNvPr id="557" name="Line 176"/>
              <p:cNvSpPr>
                <a:spLocks noChangeShapeType="1"/>
              </p:cNvSpPr>
              <p:nvPr/>
            </p:nvSpPr>
            <p:spPr bwMode="auto">
              <a:xfrm>
                <a:off x="3847" y="2822"/>
                <a:ext cx="46" cy="91"/>
              </a:xfrm>
              <a:prstGeom prst="line">
                <a:avLst/>
              </a:prstGeom>
              <a:noFill/>
              <a:ln w="9525">
                <a:solidFill>
                  <a:srgbClr val="3333FF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58" name="Line 177"/>
              <p:cNvSpPr>
                <a:spLocks noChangeShapeType="1"/>
              </p:cNvSpPr>
              <p:nvPr/>
            </p:nvSpPr>
            <p:spPr bwMode="auto">
              <a:xfrm flipH="1">
                <a:off x="3757" y="2822"/>
                <a:ext cx="90" cy="0"/>
              </a:xfrm>
              <a:prstGeom prst="line">
                <a:avLst/>
              </a:prstGeom>
              <a:noFill/>
              <a:ln w="9525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38" name="Line 178"/>
            <p:cNvSpPr>
              <a:spLocks noChangeShapeType="1"/>
            </p:cNvSpPr>
            <p:nvPr/>
          </p:nvSpPr>
          <p:spPr bwMode="auto">
            <a:xfrm>
              <a:off x="5807075" y="4754563"/>
              <a:ext cx="0" cy="215900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39" name="Group 179"/>
            <p:cNvGrpSpPr>
              <a:grpSpLocks/>
            </p:cNvGrpSpPr>
            <p:nvPr/>
          </p:nvGrpSpPr>
          <p:grpSpPr bwMode="auto">
            <a:xfrm>
              <a:off x="5581650" y="4970463"/>
              <a:ext cx="415925" cy="90487"/>
              <a:chOff x="3543" y="3185"/>
              <a:chExt cx="262" cy="57"/>
            </a:xfrm>
          </p:grpSpPr>
          <p:sp>
            <p:nvSpPr>
              <p:cNvPr id="554" name="Oval 180"/>
              <p:cNvSpPr>
                <a:spLocks noChangeArrowheads="1"/>
              </p:cNvSpPr>
              <p:nvPr/>
            </p:nvSpPr>
            <p:spPr bwMode="auto">
              <a:xfrm>
                <a:off x="3543" y="3185"/>
                <a:ext cx="57" cy="57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55" name="Oval 181"/>
              <p:cNvSpPr>
                <a:spLocks noChangeArrowheads="1"/>
              </p:cNvSpPr>
              <p:nvPr/>
            </p:nvSpPr>
            <p:spPr bwMode="auto">
              <a:xfrm>
                <a:off x="3748" y="3185"/>
                <a:ext cx="57" cy="57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56" name="Line 182"/>
              <p:cNvSpPr>
                <a:spLocks noChangeShapeType="1"/>
              </p:cNvSpPr>
              <p:nvPr/>
            </p:nvSpPr>
            <p:spPr bwMode="auto">
              <a:xfrm>
                <a:off x="3563" y="3185"/>
                <a:ext cx="20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40" name="AutoShape 183"/>
            <p:cNvSpPr>
              <a:spLocks noChangeArrowheads="1"/>
            </p:cNvSpPr>
            <p:nvPr/>
          </p:nvSpPr>
          <p:spPr bwMode="auto">
            <a:xfrm>
              <a:off x="5826125" y="5200650"/>
              <a:ext cx="377825" cy="284163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5543 w 21600"/>
                <a:gd name="T13" fmla="*/ 5543 h 21600"/>
                <a:gd name="T14" fmla="*/ 16057 w 21600"/>
                <a:gd name="T15" fmla="*/ 160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7485" y="21600"/>
                  </a:lnTo>
                  <a:lnTo>
                    <a:pt x="14115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5C2500"/>
                </a:gs>
                <a:gs pos="50000">
                  <a:srgbClr val="FF6600"/>
                </a:gs>
                <a:gs pos="100000">
                  <a:srgbClr val="5C2500"/>
                </a:gs>
              </a:gsLst>
              <a:lin ang="0" scaled="1"/>
            </a:gra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alt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1" name="Line 184"/>
            <p:cNvSpPr>
              <a:spLocks noChangeShapeType="1"/>
            </p:cNvSpPr>
            <p:nvPr/>
          </p:nvSpPr>
          <p:spPr bwMode="auto">
            <a:xfrm>
              <a:off x="6022975" y="5022850"/>
              <a:ext cx="0" cy="179388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2" name="Line 185"/>
            <p:cNvSpPr>
              <a:spLocks noChangeShapeType="1"/>
            </p:cNvSpPr>
            <p:nvPr/>
          </p:nvSpPr>
          <p:spPr bwMode="auto">
            <a:xfrm>
              <a:off x="6032500" y="5499100"/>
              <a:ext cx="0" cy="215900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3" name="Freeform 186"/>
            <p:cNvSpPr>
              <a:spLocks/>
            </p:cNvSpPr>
            <p:nvPr/>
          </p:nvSpPr>
          <p:spPr bwMode="auto">
            <a:xfrm>
              <a:off x="4808538" y="5864225"/>
              <a:ext cx="936625" cy="287338"/>
            </a:xfrm>
            <a:custGeom>
              <a:avLst/>
              <a:gdLst>
                <a:gd name="T0" fmla="*/ 2147483647 w 430"/>
                <a:gd name="T1" fmla="*/ 2147483647 h 117"/>
                <a:gd name="T2" fmla="*/ 2147483647 w 430"/>
                <a:gd name="T3" fmla="*/ 2147483647 h 117"/>
                <a:gd name="T4" fmla="*/ 2147483647 w 430"/>
                <a:gd name="T5" fmla="*/ 2147483647 h 117"/>
                <a:gd name="T6" fmla="*/ 2147483647 w 430"/>
                <a:gd name="T7" fmla="*/ 2147483647 h 117"/>
                <a:gd name="T8" fmla="*/ 2147483647 w 430"/>
                <a:gd name="T9" fmla="*/ 2147483647 h 117"/>
                <a:gd name="T10" fmla="*/ 2147483647 w 430"/>
                <a:gd name="T11" fmla="*/ 0 h 117"/>
                <a:gd name="T12" fmla="*/ 2147483647 w 430"/>
                <a:gd name="T13" fmla="*/ 2147483647 h 117"/>
                <a:gd name="T14" fmla="*/ 2147483647 w 430"/>
                <a:gd name="T15" fmla="*/ 2147483647 h 117"/>
                <a:gd name="T16" fmla="*/ 2147483647 w 430"/>
                <a:gd name="T17" fmla="*/ 2147483647 h 117"/>
                <a:gd name="T18" fmla="*/ 2147483647 w 430"/>
                <a:gd name="T19" fmla="*/ 2147483647 h 117"/>
                <a:gd name="T20" fmla="*/ 2147483647 w 430"/>
                <a:gd name="T21" fmla="*/ 2147483647 h 117"/>
                <a:gd name="T22" fmla="*/ 2147483647 w 430"/>
                <a:gd name="T23" fmla="*/ 2147483647 h 117"/>
                <a:gd name="T24" fmla="*/ 2147483647 w 430"/>
                <a:gd name="T25" fmla="*/ 2147483647 h 117"/>
                <a:gd name="T26" fmla="*/ 2147483647 w 430"/>
                <a:gd name="T27" fmla="*/ 2147483647 h 117"/>
                <a:gd name="T28" fmla="*/ 2147483647 w 430"/>
                <a:gd name="T29" fmla="*/ 2147483647 h 117"/>
                <a:gd name="T30" fmla="*/ 2147483647 w 430"/>
                <a:gd name="T31" fmla="*/ 2147483647 h 117"/>
                <a:gd name="T32" fmla="*/ 2147483647 w 430"/>
                <a:gd name="T33" fmla="*/ 2147483647 h 117"/>
                <a:gd name="T34" fmla="*/ 2147483647 w 430"/>
                <a:gd name="T35" fmla="*/ 2147483647 h 117"/>
                <a:gd name="T36" fmla="*/ 2147483647 w 430"/>
                <a:gd name="T37" fmla="*/ 2147483647 h 117"/>
                <a:gd name="T38" fmla="*/ 0 w 430"/>
                <a:gd name="T39" fmla="*/ 2147483647 h 117"/>
                <a:gd name="T40" fmla="*/ 2147483647 w 430"/>
                <a:gd name="T41" fmla="*/ 2147483647 h 11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30"/>
                <a:gd name="T64" fmla="*/ 0 h 117"/>
                <a:gd name="T65" fmla="*/ 430 w 430"/>
                <a:gd name="T66" fmla="*/ 117 h 11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30" h="117">
                  <a:moveTo>
                    <a:pt x="27" y="49"/>
                  </a:moveTo>
                  <a:cubicBezTo>
                    <a:pt x="37" y="48"/>
                    <a:pt x="47" y="47"/>
                    <a:pt x="57" y="46"/>
                  </a:cubicBezTo>
                  <a:cubicBezTo>
                    <a:pt x="62" y="44"/>
                    <a:pt x="68" y="44"/>
                    <a:pt x="72" y="41"/>
                  </a:cubicBezTo>
                  <a:cubicBezTo>
                    <a:pt x="76" y="37"/>
                    <a:pt x="78" y="28"/>
                    <a:pt x="83" y="26"/>
                  </a:cubicBezTo>
                  <a:cubicBezTo>
                    <a:pt x="103" y="16"/>
                    <a:pt x="125" y="14"/>
                    <a:pt x="147" y="12"/>
                  </a:cubicBezTo>
                  <a:cubicBezTo>
                    <a:pt x="162" y="7"/>
                    <a:pt x="176" y="3"/>
                    <a:pt x="193" y="0"/>
                  </a:cubicBezTo>
                  <a:cubicBezTo>
                    <a:pt x="238" y="1"/>
                    <a:pt x="271" y="5"/>
                    <a:pt x="315" y="6"/>
                  </a:cubicBezTo>
                  <a:cubicBezTo>
                    <a:pt x="323" y="7"/>
                    <a:pt x="329" y="11"/>
                    <a:pt x="336" y="12"/>
                  </a:cubicBezTo>
                  <a:cubicBezTo>
                    <a:pt x="356" y="22"/>
                    <a:pt x="372" y="36"/>
                    <a:pt x="388" y="52"/>
                  </a:cubicBezTo>
                  <a:cubicBezTo>
                    <a:pt x="397" y="72"/>
                    <a:pt x="394" y="68"/>
                    <a:pt x="422" y="69"/>
                  </a:cubicBezTo>
                  <a:cubicBezTo>
                    <a:pt x="430" y="70"/>
                    <a:pt x="428" y="70"/>
                    <a:pt x="430" y="77"/>
                  </a:cubicBezTo>
                  <a:cubicBezTo>
                    <a:pt x="427" y="104"/>
                    <a:pt x="385" y="102"/>
                    <a:pt x="364" y="103"/>
                  </a:cubicBezTo>
                  <a:cubicBezTo>
                    <a:pt x="355" y="105"/>
                    <a:pt x="346" y="106"/>
                    <a:pt x="337" y="107"/>
                  </a:cubicBezTo>
                  <a:cubicBezTo>
                    <a:pt x="323" y="114"/>
                    <a:pt x="274" y="111"/>
                    <a:pt x="270" y="111"/>
                  </a:cubicBezTo>
                  <a:cubicBezTo>
                    <a:pt x="265" y="112"/>
                    <a:pt x="263" y="114"/>
                    <a:pt x="259" y="117"/>
                  </a:cubicBezTo>
                  <a:cubicBezTo>
                    <a:pt x="214" y="116"/>
                    <a:pt x="173" y="107"/>
                    <a:pt x="127" y="106"/>
                  </a:cubicBezTo>
                  <a:cubicBezTo>
                    <a:pt x="107" y="86"/>
                    <a:pt x="113" y="96"/>
                    <a:pt x="66" y="95"/>
                  </a:cubicBezTo>
                  <a:cubicBezTo>
                    <a:pt x="41" y="93"/>
                    <a:pt x="60" y="92"/>
                    <a:pt x="48" y="86"/>
                  </a:cubicBezTo>
                  <a:cubicBezTo>
                    <a:pt x="35" y="80"/>
                    <a:pt x="22" y="76"/>
                    <a:pt x="8" y="74"/>
                  </a:cubicBezTo>
                  <a:cubicBezTo>
                    <a:pt x="5" y="72"/>
                    <a:pt x="0" y="66"/>
                    <a:pt x="0" y="66"/>
                  </a:cubicBezTo>
                  <a:cubicBezTo>
                    <a:pt x="3" y="47"/>
                    <a:pt x="7" y="49"/>
                    <a:pt x="27" y="49"/>
                  </a:cubicBezTo>
                  <a:close/>
                </a:path>
              </a:pathLst>
            </a:custGeom>
            <a:solidFill>
              <a:srgbClr val="333333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alt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44" name="Group 187"/>
            <p:cNvGrpSpPr>
              <a:grpSpLocks/>
            </p:cNvGrpSpPr>
            <p:nvPr/>
          </p:nvGrpSpPr>
          <p:grpSpPr bwMode="auto">
            <a:xfrm>
              <a:off x="5959475" y="5835650"/>
              <a:ext cx="515938" cy="427038"/>
              <a:chOff x="317" y="2020"/>
              <a:chExt cx="87" cy="64"/>
            </a:xfrm>
          </p:grpSpPr>
          <p:sp>
            <p:nvSpPr>
              <p:cNvPr id="488" name="Freeform 188"/>
              <p:cNvSpPr>
                <a:spLocks noChangeAspect="1"/>
              </p:cNvSpPr>
              <p:nvPr/>
            </p:nvSpPr>
            <p:spPr bwMode="auto">
              <a:xfrm>
                <a:off x="365" y="2020"/>
                <a:ext cx="39" cy="40"/>
              </a:xfrm>
              <a:custGeom>
                <a:avLst/>
                <a:gdLst>
                  <a:gd name="T0" fmla="*/ 0 w 201"/>
                  <a:gd name="T1" fmla="*/ 0 h 205"/>
                  <a:gd name="T2" fmla="*/ 0 w 201"/>
                  <a:gd name="T3" fmla="*/ 0 h 205"/>
                  <a:gd name="T4" fmla="*/ 0 w 201"/>
                  <a:gd name="T5" fmla="*/ 0 h 205"/>
                  <a:gd name="T6" fmla="*/ 0 w 201"/>
                  <a:gd name="T7" fmla="*/ 0 h 205"/>
                  <a:gd name="T8" fmla="*/ 0 w 201"/>
                  <a:gd name="T9" fmla="*/ 0 h 205"/>
                  <a:gd name="T10" fmla="*/ 0 w 201"/>
                  <a:gd name="T11" fmla="*/ 0 h 205"/>
                  <a:gd name="T12" fmla="*/ 0 w 201"/>
                  <a:gd name="T13" fmla="*/ 0 h 205"/>
                  <a:gd name="T14" fmla="*/ 0 w 201"/>
                  <a:gd name="T15" fmla="*/ 0 h 205"/>
                  <a:gd name="T16" fmla="*/ 0 w 201"/>
                  <a:gd name="T17" fmla="*/ 0 h 205"/>
                  <a:gd name="T18" fmla="*/ 0 w 201"/>
                  <a:gd name="T19" fmla="*/ 0 h 205"/>
                  <a:gd name="T20" fmla="*/ 0 w 201"/>
                  <a:gd name="T21" fmla="*/ 0 h 205"/>
                  <a:gd name="T22" fmla="*/ 0 w 201"/>
                  <a:gd name="T23" fmla="*/ 0 h 205"/>
                  <a:gd name="T24" fmla="*/ 0 w 201"/>
                  <a:gd name="T25" fmla="*/ 0 h 205"/>
                  <a:gd name="T26" fmla="*/ 0 w 201"/>
                  <a:gd name="T27" fmla="*/ 0 h 205"/>
                  <a:gd name="T28" fmla="*/ 0 w 201"/>
                  <a:gd name="T29" fmla="*/ 0 h 205"/>
                  <a:gd name="T30" fmla="*/ 0 w 201"/>
                  <a:gd name="T31" fmla="*/ 0 h 205"/>
                  <a:gd name="T32" fmla="*/ 0 w 201"/>
                  <a:gd name="T33" fmla="*/ 0 h 205"/>
                  <a:gd name="T34" fmla="*/ 0 w 201"/>
                  <a:gd name="T35" fmla="*/ 0 h 205"/>
                  <a:gd name="T36" fmla="*/ 0 w 201"/>
                  <a:gd name="T37" fmla="*/ 0 h 205"/>
                  <a:gd name="T38" fmla="*/ 0 w 201"/>
                  <a:gd name="T39" fmla="*/ 0 h 205"/>
                  <a:gd name="T40" fmla="*/ 0 w 201"/>
                  <a:gd name="T41" fmla="*/ 0 h 205"/>
                  <a:gd name="T42" fmla="*/ 0 w 201"/>
                  <a:gd name="T43" fmla="*/ 0 h 205"/>
                  <a:gd name="T44" fmla="*/ 0 w 201"/>
                  <a:gd name="T45" fmla="*/ 0 h 205"/>
                  <a:gd name="T46" fmla="*/ 0 w 201"/>
                  <a:gd name="T47" fmla="*/ 0 h 205"/>
                  <a:gd name="T48" fmla="*/ 0 w 201"/>
                  <a:gd name="T49" fmla="*/ 0 h 205"/>
                  <a:gd name="T50" fmla="*/ 0 w 201"/>
                  <a:gd name="T51" fmla="*/ 0 h 205"/>
                  <a:gd name="T52" fmla="*/ 0 w 201"/>
                  <a:gd name="T53" fmla="*/ 0 h 205"/>
                  <a:gd name="T54" fmla="*/ 0 w 201"/>
                  <a:gd name="T55" fmla="*/ 0 h 205"/>
                  <a:gd name="T56" fmla="*/ 0 w 201"/>
                  <a:gd name="T57" fmla="*/ 0 h 205"/>
                  <a:gd name="T58" fmla="*/ 0 w 201"/>
                  <a:gd name="T59" fmla="*/ 0 h 205"/>
                  <a:gd name="T60" fmla="*/ 0 w 201"/>
                  <a:gd name="T61" fmla="*/ 0 h 205"/>
                  <a:gd name="T62" fmla="*/ 0 w 201"/>
                  <a:gd name="T63" fmla="*/ 0 h 205"/>
                  <a:gd name="T64" fmla="*/ 0 w 201"/>
                  <a:gd name="T65" fmla="*/ 0 h 205"/>
                  <a:gd name="T66" fmla="*/ 0 w 201"/>
                  <a:gd name="T67" fmla="*/ 0 h 205"/>
                  <a:gd name="T68" fmla="*/ 0 w 201"/>
                  <a:gd name="T69" fmla="*/ 0 h 205"/>
                  <a:gd name="T70" fmla="*/ 0 w 201"/>
                  <a:gd name="T71" fmla="*/ 0 h 205"/>
                  <a:gd name="T72" fmla="*/ 0 w 201"/>
                  <a:gd name="T73" fmla="*/ 0 h 205"/>
                  <a:gd name="T74" fmla="*/ 0 w 201"/>
                  <a:gd name="T75" fmla="*/ 0 h 205"/>
                  <a:gd name="T76" fmla="*/ 0 w 201"/>
                  <a:gd name="T77" fmla="*/ 0 h 205"/>
                  <a:gd name="T78" fmla="*/ 0 w 201"/>
                  <a:gd name="T79" fmla="*/ 0 h 205"/>
                  <a:gd name="T80" fmla="*/ 0 w 201"/>
                  <a:gd name="T81" fmla="*/ 0 h 205"/>
                  <a:gd name="T82" fmla="*/ 0 w 201"/>
                  <a:gd name="T83" fmla="*/ 0 h 205"/>
                  <a:gd name="T84" fmla="*/ 0 w 201"/>
                  <a:gd name="T85" fmla="*/ 0 h 205"/>
                  <a:gd name="T86" fmla="*/ 0 w 201"/>
                  <a:gd name="T87" fmla="*/ 0 h 205"/>
                  <a:gd name="T88" fmla="*/ 0 w 201"/>
                  <a:gd name="T89" fmla="*/ 0 h 205"/>
                  <a:gd name="T90" fmla="*/ 0 w 201"/>
                  <a:gd name="T91" fmla="*/ 0 h 205"/>
                  <a:gd name="T92" fmla="*/ 0 w 201"/>
                  <a:gd name="T93" fmla="*/ 0 h 205"/>
                  <a:gd name="T94" fmla="*/ 0 w 201"/>
                  <a:gd name="T95" fmla="*/ 0 h 205"/>
                  <a:gd name="T96" fmla="*/ 0 w 201"/>
                  <a:gd name="T97" fmla="*/ 0 h 205"/>
                  <a:gd name="T98" fmla="*/ 0 w 201"/>
                  <a:gd name="T99" fmla="*/ 0 h 205"/>
                  <a:gd name="T100" fmla="*/ 0 w 201"/>
                  <a:gd name="T101" fmla="*/ 0 h 205"/>
                  <a:gd name="T102" fmla="*/ 0 w 201"/>
                  <a:gd name="T103" fmla="*/ 0 h 205"/>
                  <a:gd name="T104" fmla="*/ 0 w 201"/>
                  <a:gd name="T105" fmla="*/ 0 h 205"/>
                  <a:gd name="T106" fmla="*/ 0 w 201"/>
                  <a:gd name="T107" fmla="*/ 0 h 205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201"/>
                  <a:gd name="T163" fmla="*/ 0 h 205"/>
                  <a:gd name="T164" fmla="*/ 201 w 201"/>
                  <a:gd name="T165" fmla="*/ 205 h 205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201" h="205">
                    <a:moveTo>
                      <a:pt x="118" y="0"/>
                    </a:moveTo>
                    <a:lnTo>
                      <a:pt x="122" y="0"/>
                    </a:lnTo>
                    <a:lnTo>
                      <a:pt x="122" y="9"/>
                    </a:lnTo>
                    <a:lnTo>
                      <a:pt x="128" y="13"/>
                    </a:lnTo>
                    <a:lnTo>
                      <a:pt x="170" y="31"/>
                    </a:lnTo>
                    <a:lnTo>
                      <a:pt x="185" y="36"/>
                    </a:lnTo>
                    <a:lnTo>
                      <a:pt x="192" y="36"/>
                    </a:lnTo>
                    <a:lnTo>
                      <a:pt x="201" y="30"/>
                    </a:lnTo>
                    <a:lnTo>
                      <a:pt x="189" y="45"/>
                    </a:lnTo>
                    <a:lnTo>
                      <a:pt x="177" y="55"/>
                    </a:lnTo>
                    <a:lnTo>
                      <a:pt x="154" y="81"/>
                    </a:lnTo>
                    <a:lnTo>
                      <a:pt x="142" y="77"/>
                    </a:lnTo>
                    <a:lnTo>
                      <a:pt x="139" y="83"/>
                    </a:lnTo>
                    <a:lnTo>
                      <a:pt x="133" y="83"/>
                    </a:lnTo>
                    <a:lnTo>
                      <a:pt x="107" y="115"/>
                    </a:lnTo>
                    <a:lnTo>
                      <a:pt x="79" y="143"/>
                    </a:lnTo>
                    <a:lnTo>
                      <a:pt x="69" y="140"/>
                    </a:lnTo>
                    <a:lnTo>
                      <a:pt x="32" y="179"/>
                    </a:lnTo>
                    <a:lnTo>
                      <a:pt x="28" y="189"/>
                    </a:lnTo>
                    <a:lnTo>
                      <a:pt x="31" y="195"/>
                    </a:lnTo>
                    <a:lnTo>
                      <a:pt x="22" y="205"/>
                    </a:lnTo>
                    <a:lnTo>
                      <a:pt x="12" y="203"/>
                    </a:lnTo>
                    <a:lnTo>
                      <a:pt x="0" y="201"/>
                    </a:lnTo>
                    <a:lnTo>
                      <a:pt x="0" y="183"/>
                    </a:lnTo>
                    <a:lnTo>
                      <a:pt x="6" y="184"/>
                    </a:lnTo>
                    <a:lnTo>
                      <a:pt x="13" y="172"/>
                    </a:lnTo>
                    <a:lnTo>
                      <a:pt x="7" y="150"/>
                    </a:lnTo>
                    <a:lnTo>
                      <a:pt x="48" y="95"/>
                    </a:lnTo>
                    <a:lnTo>
                      <a:pt x="57" y="100"/>
                    </a:lnTo>
                    <a:lnTo>
                      <a:pt x="19" y="152"/>
                    </a:lnTo>
                    <a:lnTo>
                      <a:pt x="19" y="156"/>
                    </a:lnTo>
                    <a:lnTo>
                      <a:pt x="23" y="162"/>
                    </a:lnTo>
                    <a:lnTo>
                      <a:pt x="45" y="137"/>
                    </a:lnTo>
                    <a:lnTo>
                      <a:pt x="60" y="119"/>
                    </a:lnTo>
                    <a:lnTo>
                      <a:pt x="111" y="88"/>
                    </a:lnTo>
                    <a:lnTo>
                      <a:pt x="125" y="79"/>
                    </a:lnTo>
                    <a:lnTo>
                      <a:pt x="123" y="71"/>
                    </a:lnTo>
                    <a:lnTo>
                      <a:pt x="119" y="64"/>
                    </a:lnTo>
                    <a:lnTo>
                      <a:pt x="105" y="68"/>
                    </a:lnTo>
                    <a:lnTo>
                      <a:pt x="89" y="76"/>
                    </a:lnTo>
                    <a:lnTo>
                      <a:pt x="71" y="81"/>
                    </a:lnTo>
                    <a:lnTo>
                      <a:pt x="66" y="87"/>
                    </a:lnTo>
                    <a:lnTo>
                      <a:pt x="59" y="83"/>
                    </a:lnTo>
                    <a:lnTo>
                      <a:pt x="63" y="76"/>
                    </a:lnTo>
                    <a:lnTo>
                      <a:pt x="87" y="61"/>
                    </a:lnTo>
                    <a:lnTo>
                      <a:pt x="99" y="61"/>
                    </a:lnTo>
                    <a:lnTo>
                      <a:pt x="109" y="58"/>
                    </a:lnTo>
                    <a:lnTo>
                      <a:pt x="120" y="53"/>
                    </a:lnTo>
                    <a:lnTo>
                      <a:pt x="120" y="46"/>
                    </a:lnTo>
                    <a:lnTo>
                      <a:pt x="117" y="39"/>
                    </a:lnTo>
                    <a:lnTo>
                      <a:pt x="120" y="31"/>
                    </a:lnTo>
                    <a:lnTo>
                      <a:pt x="116" y="29"/>
                    </a:lnTo>
                    <a:lnTo>
                      <a:pt x="119" y="23"/>
                    </a:lnTo>
                    <a:lnTo>
                      <a:pt x="118" y="0"/>
                    </a:lnTo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89" name="Freeform 189"/>
              <p:cNvSpPr>
                <a:spLocks noChangeAspect="1"/>
              </p:cNvSpPr>
              <p:nvPr/>
            </p:nvSpPr>
            <p:spPr bwMode="auto">
              <a:xfrm>
                <a:off x="375" y="2036"/>
                <a:ext cx="3" cy="3"/>
              </a:xfrm>
              <a:custGeom>
                <a:avLst/>
                <a:gdLst>
                  <a:gd name="T0" fmla="*/ 0 w 15"/>
                  <a:gd name="T1" fmla="*/ 0 h 16"/>
                  <a:gd name="T2" fmla="*/ 0 w 15"/>
                  <a:gd name="T3" fmla="*/ 0 h 16"/>
                  <a:gd name="T4" fmla="*/ 0 w 15"/>
                  <a:gd name="T5" fmla="*/ 0 h 16"/>
                  <a:gd name="T6" fmla="*/ 0 w 15"/>
                  <a:gd name="T7" fmla="*/ 0 h 16"/>
                  <a:gd name="T8" fmla="*/ 0 w 15"/>
                  <a:gd name="T9" fmla="*/ 0 h 16"/>
                  <a:gd name="T10" fmla="*/ 0 w 15"/>
                  <a:gd name="T11" fmla="*/ 0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"/>
                  <a:gd name="T19" fmla="*/ 0 h 16"/>
                  <a:gd name="T20" fmla="*/ 15 w 15"/>
                  <a:gd name="T21" fmla="*/ 16 h 1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" h="16">
                    <a:moveTo>
                      <a:pt x="15" y="3"/>
                    </a:moveTo>
                    <a:lnTo>
                      <a:pt x="5" y="16"/>
                    </a:lnTo>
                    <a:lnTo>
                      <a:pt x="0" y="13"/>
                    </a:lnTo>
                    <a:lnTo>
                      <a:pt x="10" y="0"/>
                    </a:lnTo>
                    <a:lnTo>
                      <a:pt x="15" y="3"/>
                    </a:lnTo>
                    <a:close/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90" name="Freeform 190"/>
              <p:cNvSpPr>
                <a:spLocks noChangeAspect="1"/>
              </p:cNvSpPr>
              <p:nvPr/>
            </p:nvSpPr>
            <p:spPr bwMode="auto">
              <a:xfrm>
                <a:off x="382" y="2033"/>
                <a:ext cx="5" cy="8"/>
              </a:xfrm>
              <a:custGeom>
                <a:avLst/>
                <a:gdLst>
                  <a:gd name="T0" fmla="*/ 0 w 23"/>
                  <a:gd name="T1" fmla="*/ 0 h 41"/>
                  <a:gd name="T2" fmla="*/ 0 w 23"/>
                  <a:gd name="T3" fmla="*/ 0 h 41"/>
                  <a:gd name="T4" fmla="*/ 0 w 23"/>
                  <a:gd name="T5" fmla="*/ 0 h 41"/>
                  <a:gd name="T6" fmla="*/ 0 w 23"/>
                  <a:gd name="T7" fmla="*/ 0 h 41"/>
                  <a:gd name="T8" fmla="*/ 0 w 23"/>
                  <a:gd name="T9" fmla="*/ 0 h 41"/>
                  <a:gd name="T10" fmla="*/ 0 w 23"/>
                  <a:gd name="T11" fmla="*/ 0 h 41"/>
                  <a:gd name="T12" fmla="*/ 0 w 23"/>
                  <a:gd name="T13" fmla="*/ 0 h 41"/>
                  <a:gd name="T14" fmla="*/ 0 w 23"/>
                  <a:gd name="T15" fmla="*/ 0 h 41"/>
                  <a:gd name="T16" fmla="*/ 0 w 23"/>
                  <a:gd name="T17" fmla="*/ 0 h 41"/>
                  <a:gd name="T18" fmla="*/ 0 w 23"/>
                  <a:gd name="T19" fmla="*/ 0 h 41"/>
                  <a:gd name="T20" fmla="*/ 0 w 23"/>
                  <a:gd name="T21" fmla="*/ 0 h 41"/>
                  <a:gd name="T22" fmla="*/ 0 w 23"/>
                  <a:gd name="T23" fmla="*/ 0 h 41"/>
                  <a:gd name="T24" fmla="*/ 0 w 23"/>
                  <a:gd name="T25" fmla="*/ 0 h 41"/>
                  <a:gd name="T26" fmla="*/ 0 w 23"/>
                  <a:gd name="T27" fmla="*/ 0 h 41"/>
                  <a:gd name="T28" fmla="*/ 0 w 23"/>
                  <a:gd name="T29" fmla="*/ 0 h 41"/>
                  <a:gd name="T30" fmla="*/ 0 w 23"/>
                  <a:gd name="T31" fmla="*/ 0 h 41"/>
                  <a:gd name="T32" fmla="*/ 0 w 23"/>
                  <a:gd name="T33" fmla="*/ 0 h 4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3"/>
                  <a:gd name="T52" fmla="*/ 0 h 41"/>
                  <a:gd name="T53" fmla="*/ 23 w 23"/>
                  <a:gd name="T54" fmla="*/ 41 h 4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3" h="41">
                    <a:moveTo>
                      <a:pt x="10" y="31"/>
                    </a:moveTo>
                    <a:lnTo>
                      <a:pt x="6" y="22"/>
                    </a:lnTo>
                    <a:lnTo>
                      <a:pt x="4" y="13"/>
                    </a:lnTo>
                    <a:lnTo>
                      <a:pt x="0" y="7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9" y="2"/>
                    </a:lnTo>
                    <a:lnTo>
                      <a:pt x="11" y="8"/>
                    </a:lnTo>
                    <a:lnTo>
                      <a:pt x="14" y="15"/>
                    </a:lnTo>
                    <a:lnTo>
                      <a:pt x="16" y="20"/>
                    </a:lnTo>
                    <a:lnTo>
                      <a:pt x="17" y="26"/>
                    </a:lnTo>
                    <a:lnTo>
                      <a:pt x="21" y="32"/>
                    </a:lnTo>
                    <a:lnTo>
                      <a:pt x="23" y="37"/>
                    </a:lnTo>
                    <a:lnTo>
                      <a:pt x="21" y="41"/>
                    </a:lnTo>
                    <a:lnTo>
                      <a:pt x="14" y="40"/>
                    </a:lnTo>
                    <a:lnTo>
                      <a:pt x="9" y="30"/>
                    </a:lnTo>
                    <a:lnTo>
                      <a:pt x="10" y="31"/>
                    </a:lnTo>
                    <a:close/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91" name="Freeform 191"/>
              <p:cNvSpPr>
                <a:spLocks noChangeAspect="1"/>
              </p:cNvSpPr>
              <p:nvPr/>
            </p:nvSpPr>
            <p:spPr bwMode="auto">
              <a:xfrm>
                <a:off x="317" y="2045"/>
                <a:ext cx="56" cy="33"/>
              </a:xfrm>
              <a:custGeom>
                <a:avLst/>
                <a:gdLst>
                  <a:gd name="T0" fmla="*/ 0 w 290"/>
                  <a:gd name="T1" fmla="*/ 0 h 166"/>
                  <a:gd name="T2" fmla="*/ 0 w 290"/>
                  <a:gd name="T3" fmla="*/ 0 h 166"/>
                  <a:gd name="T4" fmla="*/ 0 w 290"/>
                  <a:gd name="T5" fmla="*/ 0 h 166"/>
                  <a:gd name="T6" fmla="*/ 0 w 290"/>
                  <a:gd name="T7" fmla="*/ 0 h 166"/>
                  <a:gd name="T8" fmla="*/ 0 w 290"/>
                  <a:gd name="T9" fmla="*/ 0 h 166"/>
                  <a:gd name="T10" fmla="*/ 0 w 290"/>
                  <a:gd name="T11" fmla="*/ 0 h 166"/>
                  <a:gd name="T12" fmla="*/ 0 w 290"/>
                  <a:gd name="T13" fmla="*/ 0 h 166"/>
                  <a:gd name="T14" fmla="*/ 0 w 290"/>
                  <a:gd name="T15" fmla="*/ 0 h 166"/>
                  <a:gd name="T16" fmla="*/ 0 w 290"/>
                  <a:gd name="T17" fmla="*/ 0 h 166"/>
                  <a:gd name="T18" fmla="*/ 0 w 290"/>
                  <a:gd name="T19" fmla="*/ 0 h 166"/>
                  <a:gd name="T20" fmla="*/ 0 w 290"/>
                  <a:gd name="T21" fmla="*/ 0 h 166"/>
                  <a:gd name="T22" fmla="*/ 0 w 290"/>
                  <a:gd name="T23" fmla="*/ 0 h 166"/>
                  <a:gd name="T24" fmla="*/ 0 w 290"/>
                  <a:gd name="T25" fmla="*/ 0 h 166"/>
                  <a:gd name="T26" fmla="*/ 0 w 290"/>
                  <a:gd name="T27" fmla="*/ 0 h 166"/>
                  <a:gd name="T28" fmla="*/ 0 w 290"/>
                  <a:gd name="T29" fmla="*/ 0 h 166"/>
                  <a:gd name="T30" fmla="*/ 0 w 290"/>
                  <a:gd name="T31" fmla="*/ 0 h 166"/>
                  <a:gd name="T32" fmla="*/ 0 w 290"/>
                  <a:gd name="T33" fmla="*/ 0 h 166"/>
                  <a:gd name="T34" fmla="*/ 0 w 290"/>
                  <a:gd name="T35" fmla="*/ 0 h 166"/>
                  <a:gd name="T36" fmla="*/ 0 w 290"/>
                  <a:gd name="T37" fmla="*/ 0 h 166"/>
                  <a:gd name="T38" fmla="*/ 0 w 290"/>
                  <a:gd name="T39" fmla="*/ 0 h 166"/>
                  <a:gd name="T40" fmla="*/ 0 w 290"/>
                  <a:gd name="T41" fmla="*/ 0 h 166"/>
                  <a:gd name="T42" fmla="*/ 0 w 290"/>
                  <a:gd name="T43" fmla="*/ 0 h 166"/>
                  <a:gd name="T44" fmla="*/ 0 w 290"/>
                  <a:gd name="T45" fmla="*/ 0 h 166"/>
                  <a:gd name="T46" fmla="*/ 0 w 290"/>
                  <a:gd name="T47" fmla="*/ 0 h 166"/>
                  <a:gd name="T48" fmla="*/ 0 w 290"/>
                  <a:gd name="T49" fmla="*/ 0 h 166"/>
                  <a:gd name="T50" fmla="*/ 0 w 290"/>
                  <a:gd name="T51" fmla="*/ 0 h 166"/>
                  <a:gd name="T52" fmla="*/ 0 w 290"/>
                  <a:gd name="T53" fmla="*/ 0 h 166"/>
                  <a:gd name="T54" fmla="*/ 0 w 290"/>
                  <a:gd name="T55" fmla="*/ 0 h 166"/>
                  <a:gd name="T56" fmla="*/ 0 w 290"/>
                  <a:gd name="T57" fmla="*/ 0 h 166"/>
                  <a:gd name="T58" fmla="*/ 0 w 290"/>
                  <a:gd name="T59" fmla="*/ 0 h 166"/>
                  <a:gd name="T60" fmla="*/ 0 w 290"/>
                  <a:gd name="T61" fmla="*/ 0 h 166"/>
                  <a:gd name="T62" fmla="*/ 0 w 290"/>
                  <a:gd name="T63" fmla="*/ 0 h 166"/>
                  <a:gd name="T64" fmla="*/ 0 w 290"/>
                  <a:gd name="T65" fmla="*/ 0 h 166"/>
                  <a:gd name="T66" fmla="*/ 0 w 290"/>
                  <a:gd name="T67" fmla="*/ 0 h 166"/>
                  <a:gd name="T68" fmla="*/ 0 w 290"/>
                  <a:gd name="T69" fmla="*/ 0 h 166"/>
                  <a:gd name="T70" fmla="*/ 0 w 290"/>
                  <a:gd name="T71" fmla="*/ 0 h 166"/>
                  <a:gd name="T72" fmla="*/ 0 w 290"/>
                  <a:gd name="T73" fmla="*/ 0 h 166"/>
                  <a:gd name="T74" fmla="*/ 0 w 290"/>
                  <a:gd name="T75" fmla="*/ 0 h 166"/>
                  <a:gd name="T76" fmla="*/ 0 w 290"/>
                  <a:gd name="T77" fmla="*/ 0 h 166"/>
                  <a:gd name="T78" fmla="*/ 0 w 290"/>
                  <a:gd name="T79" fmla="*/ 0 h 166"/>
                  <a:gd name="T80" fmla="*/ 0 w 290"/>
                  <a:gd name="T81" fmla="*/ 0 h 166"/>
                  <a:gd name="T82" fmla="*/ 0 w 290"/>
                  <a:gd name="T83" fmla="*/ 0 h 166"/>
                  <a:gd name="T84" fmla="*/ 0 w 290"/>
                  <a:gd name="T85" fmla="*/ 0 h 16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90"/>
                  <a:gd name="T130" fmla="*/ 0 h 166"/>
                  <a:gd name="T131" fmla="*/ 290 w 290"/>
                  <a:gd name="T132" fmla="*/ 166 h 16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90" h="166">
                    <a:moveTo>
                      <a:pt x="0" y="148"/>
                    </a:moveTo>
                    <a:lnTo>
                      <a:pt x="0" y="121"/>
                    </a:lnTo>
                    <a:lnTo>
                      <a:pt x="10" y="121"/>
                    </a:lnTo>
                    <a:lnTo>
                      <a:pt x="11" y="114"/>
                    </a:lnTo>
                    <a:lnTo>
                      <a:pt x="12" y="107"/>
                    </a:lnTo>
                    <a:lnTo>
                      <a:pt x="18" y="105"/>
                    </a:lnTo>
                    <a:lnTo>
                      <a:pt x="18" y="88"/>
                    </a:lnTo>
                    <a:lnTo>
                      <a:pt x="18" y="77"/>
                    </a:lnTo>
                    <a:lnTo>
                      <a:pt x="78" y="63"/>
                    </a:lnTo>
                    <a:lnTo>
                      <a:pt x="145" y="63"/>
                    </a:lnTo>
                    <a:lnTo>
                      <a:pt x="151" y="5"/>
                    </a:lnTo>
                    <a:lnTo>
                      <a:pt x="147" y="5"/>
                    </a:lnTo>
                    <a:lnTo>
                      <a:pt x="147" y="0"/>
                    </a:lnTo>
                    <a:lnTo>
                      <a:pt x="225" y="0"/>
                    </a:lnTo>
                    <a:lnTo>
                      <a:pt x="230" y="7"/>
                    </a:lnTo>
                    <a:lnTo>
                      <a:pt x="227" y="10"/>
                    </a:lnTo>
                    <a:lnTo>
                      <a:pt x="241" y="92"/>
                    </a:lnTo>
                    <a:lnTo>
                      <a:pt x="221" y="106"/>
                    </a:lnTo>
                    <a:lnTo>
                      <a:pt x="211" y="112"/>
                    </a:lnTo>
                    <a:lnTo>
                      <a:pt x="213" y="113"/>
                    </a:lnTo>
                    <a:lnTo>
                      <a:pt x="213" y="121"/>
                    </a:lnTo>
                    <a:lnTo>
                      <a:pt x="207" y="122"/>
                    </a:lnTo>
                    <a:lnTo>
                      <a:pt x="204" y="124"/>
                    </a:lnTo>
                    <a:lnTo>
                      <a:pt x="200" y="125"/>
                    </a:lnTo>
                    <a:lnTo>
                      <a:pt x="200" y="157"/>
                    </a:lnTo>
                    <a:lnTo>
                      <a:pt x="221" y="157"/>
                    </a:lnTo>
                    <a:lnTo>
                      <a:pt x="225" y="116"/>
                    </a:lnTo>
                    <a:lnTo>
                      <a:pt x="229" y="113"/>
                    </a:lnTo>
                    <a:lnTo>
                      <a:pt x="251" y="108"/>
                    </a:lnTo>
                    <a:lnTo>
                      <a:pt x="251" y="76"/>
                    </a:lnTo>
                    <a:lnTo>
                      <a:pt x="255" y="76"/>
                    </a:lnTo>
                    <a:lnTo>
                      <a:pt x="263" y="68"/>
                    </a:lnTo>
                    <a:lnTo>
                      <a:pt x="283" y="96"/>
                    </a:lnTo>
                    <a:lnTo>
                      <a:pt x="290" y="105"/>
                    </a:lnTo>
                    <a:lnTo>
                      <a:pt x="275" y="124"/>
                    </a:lnTo>
                    <a:lnTo>
                      <a:pt x="246" y="166"/>
                    </a:lnTo>
                    <a:lnTo>
                      <a:pt x="155" y="166"/>
                    </a:lnTo>
                    <a:lnTo>
                      <a:pt x="112" y="155"/>
                    </a:lnTo>
                    <a:lnTo>
                      <a:pt x="72" y="143"/>
                    </a:lnTo>
                    <a:lnTo>
                      <a:pt x="62" y="145"/>
                    </a:lnTo>
                    <a:lnTo>
                      <a:pt x="50" y="155"/>
                    </a:lnTo>
                    <a:lnTo>
                      <a:pt x="11" y="155"/>
                    </a:lnTo>
                    <a:lnTo>
                      <a:pt x="0" y="148"/>
                    </a:lnTo>
                    <a:close/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92" name="Freeform 192"/>
              <p:cNvSpPr>
                <a:spLocks noChangeAspect="1"/>
              </p:cNvSpPr>
              <p:nvPr/>
            </p:nvSpPr>
            <p:spPr bwMode="auto">
              <a:xfrm>
                <a:off x="370" y="2057"/>
                <a:ext cx="3" cy="6"/>
              </a:xfrm>
              <a:custGeom>
                <a:avLst/>
                <a:gdLst>
                  <a:gd name="T0" fmla="*/ 0 w 20"/>
                  <a:gd name="T1" fmla="*/ 0 h 27"/>
                  <a:gd name="T2" fmla="*/ 0 w 20"/>
                  <a:gd name="T3" fmla="*/ 0 h 27"/>
                  <a:gd name="T4" fmla="*/ 0 w 20"/>
                  <a:gd name="T5" fmla="*/ 0 h 27"/>
                  <a:gd name="T6" fmla="*/ 0 w 20"/>
                  <a:gd name="T7" fmla="*/ 0 h 27"/>
                  <a:gd name="T8" fmla="*/ 0 w 20"/>
                  <a:gd name="T9" fmla="*/ 0 h 27"/>
                  <a:gd name="T10" fmla="*/ 0 w 20"/>
                  <a:gd name="T11" fmla="*/ 0 h 27"/>
                  <a:gd name="T12" fmla="*/ 0 w 20"/>
                  <a:gd name="T13" fmla="*/ 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0"/>
                  <a:gd name="T22" fmla="*/ 0 h 27"/>
                  <a:gd name="T23" fmla="*/ 20 w 20"/>
                  <a:gd name="T24" fmla="*/ 27 h 2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0" h="27">
                    <a:moveTo>
                      <a:pt x="7" y="27"/>
                    </a:moveTo>
                    <a:lnTo>
                      <a:pt x="20" y="6"/>
                    </a:lnTo>
                    <a:lnTo>
                      <a:pt x="18" y="4"/>
                    </a:lnTo>
                    <a:lnTo>
                      <a:pt x="14" y="2"/>
                    </a:lnTo>
                    <a:lnTo>
                      <a:pt x="12" y="0"/>
                    </a:lnTo>
                    <a:lnTo>
                      <a:pt x="0" y="18"/>
                    </a:lnTo>
                    <a:lnTo>
                      <a:pt x="7" y="27"/>
                    </a:lnTo>
                    <a:close/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93" name="Freeform 193"/>
              <p:cNvSpPr>
                <a:spLocks noChangeAspect="1"/>
              </p:cNvSpPr>
              <p:nvPr/>
            </p:nvSpPr>
            <p:spPr bwMode="auto">
              <a:xfrm>
                <a:off x="372" y="2056"/>
                <a:ext cx="3" cy="3"/>
              </a:xfrm>
              <a:custGeom>
                <a:avLst/>
                <a:gdLst>
                  <a:gd name="T0" fmla="*/ 0 w 16"/>
                  <a:gd name="T1" fmla="*/ 0 h 13"/>
                  <a:gd name="T2" fmla="*/ 0 w 16"/>
                  <a:gd name="T3" fmla="*/ 0 h 13"/>
                  <a:gd name="T4" fmla="*/ 0 w 16"/>
                  <a:gd name="T5" fmla="*/ 0 h 13"/>
                  <a:gd name="T6" fmla="*/ 0 w 16"/>
                  <a:gd name="T7" fmla="*/ 0 h 13"/>
                  <a:gd name="T8" fmla="*/ 0 w 16"/>
                  <a:gd name="T9" fmla="*/ 0 h 13"/>
                  <a:gd name="T10" fmla="*/ 0 w 16"/>
                  <a:gd name="T11" fmla="*/ 0 h 13"/>
                  <a:gd name="T12" fmla="*/ 0 w 16"/>
                  <a:gd name="T13" fmla="*/ 0 h 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"/>
                  <a:gd name="T22" fmla="*/ 0 h 13"/>
                  <a:gd name="T23" fmla="*/ 16 w 16"/>
                  <a:gd name="T24" fmla="*/ 13 h 1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" h="13">
                    <a:moveTo>
                      <a:pt x="9" y="13"/>
                    </a:moveTo>
                    <a:lnTo>
                      <a:pt x="13" y="13"/>
                    </a:lnTo>
                    <a:lnTo>
                      <a:pt x="16" y="9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9" y="13"/>
                    </a:lnTo>
                    <a:close/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94" name="Freeform 194"/>
              <p:cNvSpPr>
                <a:spLocks noChangeAspect="1"/>
              </p:cNvSpPr>
              <p:nvPr/>
            </p:nvSpPr>
            <p:spPr bwMode="auto">
              <a:xfrm>
                <a:off x="372" y="2056"/>
                <a:ext cx="3" cy="1"/>
              </a:xfrm>
              <a:custGeom>
                <a:avLst/>
                <a:gdLst>
                  <a:gd name="T0" fmla="*/ 0 w 10"/>
                  <a:gd name="T1" fmla="*/ 0 h 9"/>
                  <a:gd name="T2" fmla="*/ 0 w 10"/>
                  <a:gd name="T3" fmla="*/ 0 h 9"/>
                  <a:gd name="T4" fmla="*/ 0 w 10"/>
                  <a:gd name="T5" fmla="*/ 0 h 9"/>
                  <a:gd name="T6" fmla="*/ 0 w 10"/>
                  <a:gd name="T7" fmla="*/ 0 h 9"/>
                  <a:gd name="T8" fmla="*/ 0 w 10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"/>
                  <a:gd name="T16" fmla="*/ 0 h 9"/>
                  <a:gd name="T17" fmla="*/ 10 w 10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" h="9">
                    <a:moveTo>
                      <a:pt x="8" y="9"/>
                    </a:moveTo>
                    <a:lnTo>
                      <a:pt x="10" y="5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8" y="9"/>
                    </a:lnTo>
                    <a:close/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95" name="Rectangle 195"/>
              <p:cNvSpPr>
                <a:spLocks noChangeAspect="1" noChangeArrowheads="1"/>
              </p:cNvSpPr>
              <p:nvPr/>
            </p:nvSpPr>
            <p:spPr bwMode="auto">
              <a:xfrm rot="-3324332">
                <a:off x="372" y="2052"/>
                <a:ext cx="9" cy="1"/>
              </a:xfrm>
              <a:prstGeom prst="rect">
                <a:avLst/>
              </a:prstGeom>
              <a:solidFill>
                <a:srgbClr val="CCCC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96" name="Oval 196"/>
              <p:cNvSpPr>
                <a:spLocks noChangeAspect="1" noChangeArrowheads="1"/>
              </p:cNvSpPr>
              <p:nvPr/>
            </p:nvSpPr>
            <p:spPr bwMode="auto">
              <a:xfrm>
                <a:off x="379" y="2047"/>
                <a:ext cx="1" cy="1"/>
              </a:xfrm>
              <a:prstGeom prst="ellipse">
                <a:avLst/>
              </a:pr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97" name="Freeform 197"/>
              <p:cNvSpPr>
                <a:spLocks noChangeAspect="1"/>
              </p:cNvSpPr>
              <p:nvPr/>
            </p:nvSpPr>
            <p:spPr bwMode="auto">
              <a:xfrm>
                <a:off x="363" y="2064"/>
                <a:ext cx="11" cy="15"/>
              </a:xfrm>
              <a:custGeom>
                <a:avLst/>
                <a:gdLst>
                  <a:gd name="T0" fmla="*/ 0 w 55"/>
                  <a:gd name="T1" fmla="*/ 0 h 75"/>
                  <a:gd name="T2" fmla="*/ 0 w 55"/>
                  <a:gd name="T3" fmla="*/ 0 h 75"/>
                  <a:gd name="T4" fmla="*/ 0 w 55"/>
                  <a:gd name="T5" fmla="*/ 0 h 75"/>
                  <a:gd name="T6" fmla="*/ 0 w 55"/>
                  <a:gd name="T7" fmla="*/ 0 h 75"/>
                  <a:gd name="T8" fmla="*/ 0 w 55"/>
                  <a:gd name="T9" fmla="*/ 0 h 75"/>
                  <a:gd name="T10" fmla="*/ 0 w 55"/>
                  <a:gd name="T11" fmla="*/ 0 h 75"/>
                  <a:gd name="T12" fmla="*/ 0 w 55"/>
                  <a:gd name="T13" fmla="*/ 0 h 75"/>
                  <a:gd name="T14" fmla="*/ 0 w 55"/>
                  <a:gd name="T15" fmla="*/ 0 h 75"/>
                  <a:gd name="T16" fmla="*/ 0 w 55"/>
                  <a:gd name="T17" fmla="*/ 0 h 75"/>
                  <a:gd name="T18" fmla="*/ 0 w 55"/>
                  <a:gd name="T19" fmla="*/ 0 h 75"/>
                  <a:gd name="T20" fmla="*/ 0 w 55"/>
                  <a:gd name="T21" fmla="*/ 0 h 75"/>
                  <a:gd name="T22" fmla="*/ 0 w 55"/>
                  <a:gd name="T23" fmla="*/ 0 h 75"/>
                  <a:gd name="T24" fmla="*/ 0 w 55"/>
                  <a:gd name="T25" fmla="*/ 0 h 75"/>
                  <a:gd name="T26" fmla="*/ 0 w 55"/>
                  <a:gd name="T27" fmla="*/ 0 h 75"/>
                  <a:gd name="T28" fmla="*/ 0 w 55"/>
                  <a:gd name="T29" fmla="*/ 0 h 75"/>
                  <a:gd name="T30" fmla="*/ 0 w 55"/>
                  <a:gd name="T31" fmla="*/ 0 h 75"/>
                  <a:gd name="T32" fmla="*/ 0 w 55"/>
                  <a:gd name="T33" fmla="*/ 0 h 75"/>
                  <a:gd name="T34" fmla="*/ 0 w 55"/>
                  <a:gd name="T35" fmla="*/ 0 h 75"/>
                  <a:gd name="T36" fmla="*/ 0 w 55"/>
                  <a:gd name="T37" fmla="*/ 0 h 7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55"/>
                  <a:gd name="T58" fmla="*/ 0 h 75"/>
                  <a:gd name="T59" fmla="*/ 55 w 55"/>
                  <a:gd name="T60" fmla="*/ 75 h 7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55" h="75">
                    <a:moveTo>
                      <a:pt x="5" y="75"/>
                    </a:moveTo>
                    <a:lnTo>
                      <a:pt x="0" y="75"/>
                    </a:lnTo>
                    <a:lnTo>
                      <a:pt x="0" y="60"/>
                    </a:lnTo>
                    <a:lnTo>
                      <a:pt x="3" y="41"/>
                    </a:lnTo>
                    <a:lnTo>
                      <a:pt x="10" y="24"/>
                    </a:lnTo>
                    <a:lnTo>
                      <a:pt x="18" y="13"/>
                    </a:lnTo>
                    <a:lnTo>
                      <a:pt x="26" y="6"/>
                    </a:lnTo>
                    <a:lnTo>
                      <a:pt x="36" y="2"/>
                    </a:lnTo>
                    <a:lnTo>
                      <a:pt x="44" y="0"/>
                    </a:lnTo>
                    <a:lnTo>
                      <a:pt x="55" y="0"/>
                    </a:lnTo>
                    <a:lnTo>
                      <a:pt x="55" y="4"/>
                    </a:lnTo>
                    <a:lnTo>
                      <a:pt x="47" y="4"/>
                    </a:lnTo>
                    <a:lnTo>
                      <a:pt x="37" y="6"/>
                    </a:lnTo>
                    <a:lnTo>
                      <a:pt x="26" y="11"/>
                    </a:lnTo>
                    <a:lnTo>
                      <a:pt x="17" y="21"/>
                    </a:lnTo>
                    <a:lnTo>
                      <a:pt x="11" y="32"/>
                    </a:lnTo>
                    <a:lnTo>
                      <a:pt x="7" y="44"/>
                    </a:lnTo>
                    <a:lnTo>
                      <a:pt x="5" y="58"/>
                    </a:lnTo>
                    <a:lnTo>
                      <a:pt x="5" y="75"/>
                    </a:lnTo>
                    <a:close/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grpSp>
            <p:nvGrpSpPr>
              <p:cNvPr id="498" name="Group 198"/>
              <p:cNvGrpSpPr>
                <a:grpSpLocks noChangeAspect="1"/>
              </p:cNvGrpSpPr>
              <p:nvPr/>
            </p:nvGrpSpPr>
            <p:grpSpPr bwMode="auto">
              <a:xfrm>
                <a:off x="350" y="2067"/>
                <a:ext cx="5" cy="12"/>
                <a:chOff x="258" y="393"/>
                <a:chExt cx="27" cy="61"/>
              </a:xfrm>
            </p:grpSpPr>
            <p:sp>
              <p:nvSpPr>
                <p:cNvPr id="551" name="Freeform 199"/>
                <p:cNvSpPr>
                  <a:spLocks noChangeAspect="1"/>
                </p:cNvSpPr>
                <p:nvPr/>
              </p:nvSpPr>
              <p:spPr bwMode="auto">
                <a:xfrm>
                  <a:off x="258" y="393"/>
                  <a:ext cx="27" cy="61"/>
                </a:xfrm>
                <a:custGeom>
                  <a:avLst/>
                  <a:gdLst>
                    <a:gd name="T0" fmla="*/ 0 w 27"/>
                    <a:gd name="T1" fmla="*/ 1 h 61"/>
                    <a:gd name="T2" fmla="*/ 4 w 27"/>
                    <a:gd name="T3" fmla="*/ 11 h 61"/>
                    <a:gd name="T4" fmla="*/ 4 w 27"/>
                    <a:gd name="T5" fmla="*/ 43 h 61"/>
                    <a:gd name="T6" fmla="*/ 2 w 27"/>
                    <a:gd name="T7" fmla="*/ 48 h 61"/>
                    <a:gd name="T8" fmla="*/ 2 w 27"/>
                    <a:gd name="T9" fmla="*/ 61 h 61"/>
                    <a:gd name="T10" fmla="*/ 26 w 27"/>
                    <a:gd name="T11" fmla="*/ 61 h 61"/>
                    <a:gd name="T12" fmla="*/ 26 w 27"/>
                    <a:gd name="T13" fmla="*/ 47 h 61"/>
                    <a:gd name="T14" fmla="*/ 24 w 27"/>
                    <a:gd name="T15" fmla="*/ 44 h 61"/>
                    <a:gd name="T16" fmla="*/ 24 w 27"/>
                    <a:gd name="T17" fmla="*/ 11 h 61"/>
                    <a:gd name="T18" fmla="*/ 27 w 27"/>
                    <a:gd name="T19" fmla="*/ 0 h 61"/>
                    <a:gd name="T20" fmla="*/ 24 w 27"/>
                    <a:gd name="T21" fmla="*/ 11 h 61"/>
                    <a:gd name="T22" fmla="*/ 4 w 27"/>
                    <a:gd name="T23" fmla="*/ 11 h 61"/>
                    <a:gd name="T24" fmla="*/ 0 w 27"/>
                    <a:gd name="T25" fmla="*/ 1 h 6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7"/>
                    <a:gd name="T40" fmla="*/ 0 h 61"/>
                    <a:gd name="T41" fmla="*/ 27 w 27"/>
                    <a:gd name="T42" fmla="*/ 61 h 6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7" h="61">
                      <a:moveTo>
                        <a:pt x="0" y="1"/>
                      </a:moveTo>
                      <a:lnTo>
                        <a:pt x="4" y="11"/>
                      </a:lnTo>
                      <a:lnTo>
                        <a:pt x="4" y="43"/>
                      </a:lnTo>
                      <a:lnTo>
                        <a:pt x="2" y="48"/>
                      </a:lnTo>
                      <a:lnTo>
                        <a:pt x="2" y="61"/>
                      </a:lnTo>
                      <a:lnTo>
                        <a:pt x="26" y="61"/>
                      </a:lnTo>
                      <a:lnTo>
                        <a:pt x="26" y="47"/>
                      </a:lnTo>
                      <a:lnTo>
                        <a:pt x="24" y="44"/>
                      </a:lnTo>
                      <a:lnTo>
                        <a:pt x="24" y="11"/>
                      </a:lnTo>
                      <a:lnTo>
                        <a:pt x="27" y="0"/>
                      </a:lnTo>
                      <a:lnTo>
                        <a:pt x="24" y="11"/>
                      </a:lnTo>
                      <a:lnTo>
                        <a:pt x="4" y="1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CCCC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52" name="Line 200"/>
                <p:cNvSpPr>
                  <a:spLocks noChangeAspect="1" noChangeShapeType="1"/>
                </p:cNvSpPr>
                <p:nvPr/>
              </p:nvSpPr>
              <p:spPr bwMode="auto">
                <a:xfrm>
                  <a:off x="262" y="437"/>
                  <a:ext cx="20" cy="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53" name="Line 201"/>
                <p:cNvSpPr>
                  <a:spLocks noChangeAspect="1" noChangeShapeType="1"/>
                </p:cNvSpPr>
                <p:nvPr/>
              </p:nvSpPr>
              <p:spPr bwMode="auto">
                <a:xfrm>
                  <a:off x="262" y="421"/>
                  <a:ext cx="20" cy="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499" name="Freeform 202"/>
              <p:cNvSpPr>
                <a:spLocks noChangeAspect="1"/>
              </p:cNvSpPr>
              <p:nvPr/>
            </p:nvSpPr>
            <p:spPr bwMode="auto">
              <a:xfrm>
                <a:off x="344" y="2045"/>
                <a:ext cx="19" cy="21"/>
              </a:xfrm>
              <a:custGeom>
                <a:avLst/>
                <a:gdLst>
                  <a:gd name="T0" fmla="*/ 0 w 65"/>
                  <a:gd name="T1" fmla="*/ 0 h 69"/>
                  <a:gd name="T2" fmla="*/ 0 w 65"/>
                  <a:gd name="T3" fmla="*/ 0 h 69"/>
                  <a:gd name="T4" fmla="*/ 0 w 65"/>
                  <a:gd name="T5" fmla="*/ 0 h 69"/>
                  <a:gd name="T6" fmla="*/ 0 w 65"/>
                  <a:gd name="T7" fmla="*/ 0 h 69"/>
                  <a:gd name="T8" fmla="*/ 0 w 65"/>
                  <a:gd name="T9" fmla="*/ 0 h 69"/>
                  <a:gd name="T10" fmla="*/ 0 w 65"/>
                  <a:gd name="T11" fmla="*/ 0 h 69"/>
                  <a:gd name="T12" fmla="*/ 0 w 65"/>
                  <a:gd name="T13" fmla="*/ 0 h 69"/>
                  <a:gd name="T14" fmla="*/ 0 w 65"/>
                  <a:gd name="T15" fmla="*/ 0 h 69"/>
                  <a:gd name="T16" fmla="*/ 0 w 65"/>
                  <a:gd name="T17" fmla="*/ 0 h 69"/>
                  <a:gd name="T18" fmla="*/ 0 w 65"/>
                  <a:gd name="T19" fmla="*/ 0 h 69"/>
                  <a:gd name="T20" fmla="*/ 0 w 65"/>
                  <a:gd name="T21" fmla="*/ 0 h 69"/>
                  <a:gd name="T22" fmla="*/ 0 w 65"/>
                  <a:gd name="T23" fmla="*/ 0 h 6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65"/>
                  <a:gd name="T37" fmla="*/ 0 h 69"/>
                  <a:gd name="T38" fmla="*/ 65 w 65"/>
                  <a:gd name="T39" fmla="*/ 69 h 6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65" h="69">
                    <a:moveTo>
                      <a:pt x="5" y="67"/>
                    </a:moveTo>
                    <a:lnTo>
                      <a:pt x="47" y="66"/>
                    </a:lnTo>
                    <a:lnTo>
                      <a:pt x="49" y="69"/>
                    </a:lnTo>
                    <a:lnTo>
                      <a:pt x="65" y="60"/>
                    </a:lnTo>
                    <a:lnTo>
                      <a:pt x="64" y="54"/>
                    </a:lnTo>
                    <a:lnTo>
                      <a:pt x="56" y="7"/>
                    </a:lnTo>
                    <a:lnTo>
                      <a:pt x="58" y="2"/>
                    </a:lnTo>
                    <a:lnTo>
                      <a:pt x="56" y="0"/>
                    </a:lnTo>
                    <a:lnTo>
                      <a:pt x="10" y="0"/>
                    </a:lnTo>
                    <a:lnTo>
                      <a:pt x="6" y="0"/>
                    </a:lnTo>
                    <a:lnTo>
                      <a:pt x="0" y="58"/>
                    </a:lnTo>
                    <a:lnTo>
                      <a:pt x="5" y="67"/>
                    </a:lnTo>
                    <a:close/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00" name="Rectangle 203"/>
              <p:cNvSpPr>
                <a:spLocks noChangeAspect="1" noChangeArrowheads="1"/>
              </p:cNvSpPr>
              <p:nvPr/>
            </p:nvSpPr>
            <p:spPr bwMode="auto">
              <a:xfrm>
                <a:off x="345" y="2045"/>
                <a:ext cx="16" cy="1"/>
              </a:xfrm>
              <a:prstGeom prst="rect">
                <a:avLst/>
              </a:prstGeom>
              <a:solidFill>
                <a:srgbClr val="CCCC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01" name="Freeform 204"/>
              <p:cNvSpPr>
                <a:spLocks noChangeAspect="1"/>
              </p:cNvSpPr>
              <p:nvPr/>
            </p:nvSpPr>
            <p:spPr bwMode="auto">
              <a:xfrm>
                <a:off x="357" y="2071"/>
                <a:ext cx="3" cy="2"/>
              </a:xfrm>
              <a:custGeom>
                <a:avLst/>
                <a:gdLst>
                  <a:gd name="T0" fmla="*/ 0 w 15"/>
                  <a:gd name="T1" fmla="*/ 0 h 14"/>
                  <a:gd name="T2" fmla="*/ 0 w 15"/>
                  <a:gd name="T3" fmla="*/ 0 h 14"/>
                  <a:gd name="T4" fmla="*/ 0 w 15"/>
                  <a:gd name="T5" fmla="*/ 0 h 14"/>
                  <a:gd name="T6" fmla="*/ 0 w 15"/>
                  <a:gd name="T7" fmla="*/ 0 h 14"/>
                  <a:gd name="T8" fmla="*/ 0 w 15"/>
                  <a:gd name="T9" fmla="*/ 0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"/>
                  <a:gd name="T16" fmla="*/ 0 h 14"/>
                  <a:gd name="T17" fmla="*/ 15 w 15"/>
                  <a:gd name="T18" fmla="*/ 14 h 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" h="14">
                    <a:moveTo>
                      <a:pt x="0" y="0"/>
                    </a:moveTo>
                    <a:lnTo>
                      <a:pt x="0" y="14"/>
                    </a:lnTo>
                    <a:lnTo>
                      <a:pt x="14" y="14"/>
                    </a:lnTo>
                    <a:lnTo>
                      <a:pt x="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02" name="Freeform 205"/>
              <p:cNvSpPr>
                <a:spLocks noChangeAspect="1"/>
              </p:cNvSpPr>
              <p:nvPr/>
            </p:nvSpPr>
            <p:spPr bwMode="auto">
              <a:xfrm>
                <a:off x="338" y="2054"/>
                <a:ext cx="4" cy="3"/>
              </a:xfrm>
              <a:custGeom>
                <a:avLst/>
                <a:gdLst>
                  <a:gd name="T0" fmla="*/ 0 w 19"/>
                  <a:gd name="T1" fmla="*/ 0 h 15"/>
                  <a:gd name="T2" fmla="*/ 0 w 19"/>
                  <a:gd name="T3" fmla="*/ 0 h 15"/>
                  <a:gd name="T4" fmla="*/ 0 w 19"/>
                  <a:gd name="T5" fmla="*/ 0 h 15"/>
                  <a:gd name="T6" fmla="*/ 0 w 19"/>
                  <a:gd name="T7" fmla="*/ 0 h 15"/>
                  <a:gd name="T8" fmla="*/ 0 w 19"/>
                  <a:gd name="T9" fmla="*/ 0 h 15"/>
                  <a:gd name="T10" fmla="*/ 0 w 19"/>
                  <a:gd name="T11" fmla="*/ 0 h 15"/>
                  <a:gd name="T12" fmla="*/ 0 w 19"/>
                  <a:gd name="T13" fmla="*/ 0 h 15"/>
                  <a:gd name="T14" fmla="*/ 0 w 19"/>
                  <a:gd name="T15" fmla="*/ 0 h 15"/>
                  <a:gd name="T16" fmla="*/ 0 w 19"/>
                  <a:gd name="T17" fmla="*/ 0 h 15"/>
                  <a:gd name="T18" fmla="*/ 0 w 19"/>
                  <a:gd name="T19" fmla="*/ 0 h 15"/>
                  <a:gd name="T20" fmla="*/ 0 w 19"/>
                  <a:gd name="T21" fmla="*/ 0 h 1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9"/>
                  <a:gd name="T34" fmla="*/ 0 h 15"/>
                  <a:gd name="T35" fmla="*/ 19 w 19"/>
                  <a:gd name="T36" fmla="*/ 15 h 1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9" h="15">
                    <a:moveTo>
                      <a:pt x="15" y="15"/>
                    </a:moveTo>
                    <a:lnTo>
                      <a:pt x="15" y="12"/>
                    </a:lnTo>
                    <a:lnTo>
                      <a:pt x="19" y="12"/>
                    </a:lnTo>
                    <a:lnTo>
                      <a:pt x="19" y="2"/>
                    </a:lnTo>
                    <a:lnTo>
                      <a:pt x="15" y="0"/>
                    </a:lnTo>
                    <a:lnTo>
                      <a:pt x="3" y="0"/>
                    </a:lnTo>
                    <a:lnTo>
                      <a:pt x="0" y="2"/>
                    </a:lnTo>
                    <a:lnTo>
                      <a:pt x="0" y="12"/>
                    </a:lnTo>
                    <a:lnTo>
                      <a:pt x="5" y="12"/>
                    </a:lnTo>
                    <a:lnTo>
                      <a:pt x="5" y="15"/>
                    </a:lnTo>
                    <a:lnTo>
                      <a:pt x="15" y="15"/>
                    </a:lnTo>
                    <a:close/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03" name="Line 206"/>
              <p:cNvSpPr>
                <a:spLocks noChangeAspect="1" noChangeShapeType="1"/>
              </p:cNvSpPr>
              <p:nvPr/>
            </p:nvSpPr>
            <p:spPr bwMode="auto">
              <a:xfrm>
                <a:off x="338" y="2055"/>
                <a:ext cx="4" cy="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04" name="Freeform 207"/>
              <p:cNvSpPr>
                <a:spLocks noChangeAspect="1"/>
              </p:cNvSpPr>
              <p:nvPr/>
            </p:nvSpPr>
            <p:spPr bwMode="auto">
              <a:xfrm>
                <a:off x="338" y="2048"/>
                <a:ext cx="2" cy="9"/>
              </a:xfrm>
              <a:custGeom>
                <a:avLst/>
                <a:gdLst>
                  <a:gd name="T0" fmla="*/ 0 w 14"/>
                  <a:gd name="T1" fmla="*/ 0 h 49"/>
                  <a:gd name="T2" fmla="*/ 0 w 14"/>
                  <a:gd name="T3" fmla="*/ 0 h 49"/>
                  <a:gd name="T4" fmla="*/ 0 w 14"/>
                  <a:gd name="T5" fmla="*/ 0 h 49"/>
                  <a:gd name="T6" fmla="*/ 0 w 14"/>
                  <a:gd name="T7" fmla="*/ 0 h 49"/>
                  <a:gd name="T8" fmla="*/ 0 w 14"/>
                  <a:gd name="T9" fmla="*/ 0 h 49"/>
                  <a:gd name="T10" fmla="*/ 0 w 14"/>
                  <a:gd name="T11" fmla="*/ 0 h 49"/>
                  <a:gd name="T12" fmla="*/ 0 w 14"/>
                  <a:gd name="T13" fmla="*/ 0 h 49"/>
                  <a:gd name="T14" fmla="*/ 0 w 14"/>
                  <a:gd name="T15" fmla="*/ 0 h 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4"/>
                  <a:gd name="T25" fmla="*/ 0 h 49"/>
                  <a:gd name="T26" fmla="*/ 14 w 14"/>
                  <a:gd name="T27" fmla="*/ 49 h 4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4" h="49">
                    <a:moveTo>
                      <a:pt x="2" y="1"/>
                    </a:moveTo>
                    <a:lnTo>
                      <a:pt x="14" y="9"/>
                    </a:lnTo>
                    <a:lnTo>
                      <a:pt x="14" y="49"/>
                    </a:lnTo>
                    <a:lnTo>
                      <a:pt x="2" y="49"/>
                    </a:lnTo>
                    <a:lnTo>
                      <a:pt x="2" y="13"/>
                    </a:lnTo>
                    <a:lnTo>
                      <a:pt x="0" y="13"/>
                    </a:lnTo>
                    <a:lnTo>
                      <a:pt x="0" y="0"/>
                    </a:lnTo>
                    <a:lnTo>
                      <a:pt x="2" y="1"/>
                    </a:lnTo>
                    <a:close/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grpSp>
            <p:nvGrpSpPr>
              <p:cNvPr id="505" name="Group 208"/>
              <p:cNvGrpSpPr>
                <a:grpSpLocks noChangeAspect="1"/>
              </p:cNvGrpSpPr>
              <p:nvPr/>
            </p:nvGrpSpPr>
            <p:grpSpPr bwMode="auto">
              <a:xfrm>
                <a:off x="339" y="2051"/>
                <a:ext cx="9" cy="14"/>
                <a:chOff x="206" y="313"/>
                <a:chExt cx="42" cy="74"/>
              </a:xfrm>
            </p:grpSpPr>
            <p:sp>
              <p:nvSpPr>
                <p:cNvPr id="548" name="Line 209"/>
                <p:cNvSpPr>
                  <a:spLocks noChangeAspect="1" noChangeShapeType="1"/>
                </p:cNvSpPr>
                <p:nvPr/>
              </p:nvSpPr>
              <p:spPr bwMode="auto">
                <a:xfrm>
                  <a:off x="221" y="313"/>
                  <a:ext cx="0" cy="56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49" name="Freeform 210"/>
                <p:cNvSpPr>
                  <a:spLocks noChangeAspect="1"/>
                </p:cNvSpPr>
                <p:nvPr/>
              </p:nvSpPr>
              <p:spPr bwMode="auto">
                <a:xfrm>
                  <a:off x="206" y="313"/>
                  <a:ext cx="42" cy="74"/>
                </a:xfrm>
                <a:custGeom>
                  <a:avLst/>
                  <a:gdLst>
                    <a:gd name="T0" fmla="*/ 0 w 42"/>
                    <a:gd name="T1" fmla="*/ 0 h 74"/>
                    <a:gd name="T2" fmla="*/ 20 w 42"/>
                    <a:gd name="T3" fmla="*/ 0 h 74"/>
                    <a:gd name="T4" fmla="*/ 42 w 42"/>
                    <a:gd name="T5" fmla="*/ 74 h 74"/>
                    <a:gd name="T6" fmla="*/ 0 60000 65536"/>
                    <a:gd name="T7" fmla="*/ 0 60000 65536"/>
                    <a:gd name="T8" fmla="*/ 0 60000 65536"/>
                    <a:gd name="T9" fmla="*/ 0 w 42"/>
                    <a:gd name="T10" fmla="*/ 0 h 74"/>
                    <a:gd name="T11" fmla="*/ 42 w 42"/>
                    <a:gd name="T12" fmla="*/ 74 h 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" h="74">
                      <a:moveTo>
                        <a:pt x="0" y="0"/>
                      </a:moveTo>
                      <a:lnTo>
                        <a:pt x="20" y="0"/>
                      </a:lnTo>
                      <a:lnTo>
                        <a:pt x="42" y="74"/>
                      </a:lnTo>
                    </a:path>
                  </a:pathLst>
                </a:custGeom>
                <a:solidFill>
                  <a:srgbClr val="CCCC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50" name="Line 211"/>
                <p:cNvSpPr>
                  <a:spLocks noChangeAspect="1" noChangeShapeType="1"/>
                </p:cNvSpPr>
                <p:nvPr/>
              </p:nvSpPr>
              <p:spPr bwMode="auto">
                <a:xfrm>
                  <a:off x="206" y="313"/>
                  <a:ext cx="0" cy="56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506" name="Rectangle 212"/>
              <p:cNvSpPr>
                <a:spLocks noChangeAspect="1" noChangeArrowheads="1"/>
              </p:cNvSpPr>
              <p:nvPr/>
            </p:nvSpPr>
            <p:spPr bwMode="auto">
              <a:xfrm>
                <a:off x="356" y="2071"/>
                <a:ext cx="1" cy="2"/>
              </a:xfrm>
              <a:prstGeom prst="rect">
                <a:avLst/>
              </a:prstGeom>
              <a:solidFill>
                <a:srgbClr val="CCCC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07" name="Rectangle 213"/>
              <p:cNvSpPr>
                <a:spLocks noChangeAspect="1" noChangeArrowheads="1"/>
              </p:cNvSpPr>
              <p:nvPr/>
            </p:nvSpPr>
            <p:spPr bwMode="auto">
              <a:xfrm>
                <a:off x="358" y="2068"/>
                <a:ext cx="3" cy="0"/>
              </a:xfrm>
              <a:prstGeom prst="rect">
                <a:avLst/>
              </a:prstGeom>
              <a:solidFill>
                <a:srgbClr val="CCCC00"/>
              </a:soli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08" name="Freeform 214"/>
              <p:cNvSpPr>
                <a:spLocks noChangeAspect="1"/>
              </p:cNvSpPr>
              <p:nvPr/>
            </p:nvSpPr>
            <p:spPr bwMode="auto">
              <a:xfrm>
                <a:off x="321" y="2057"/>
                <a:ext cx="24" cy="6"/>
              </a:xfrm>
              <a:custGeom>
                <a:avLst/>
                <a:gdLst>
                  <a:gd name="T0" fmla="*/ 0 w 127"/>
                  <a:gd name="T1" fmla="*/ 0 h 28"/>
                  <a:gd name="T2" fmla="*/ 0 w 127"/>
                  <a:gd name="T3" fmla="*/ 0 h 28"/>
                  <a:gd name="T4" fmla="*/ 0 w 127"/>
                  <a:gd name="T5" fmla="*/ 0 h 28"/>
                  <a:gd name="T6" fmla="*/ 0 w 127"/>
                  <a:gd name="T7" fmla="*/ 0 h 28"/>
                  <a:gd name="T8" fmla="*/ 0 w 127"/>
                  <a:gd name="T9" fmla="*/ 0 h 28"/>
                  <a:gd name="T10" fmla="*/ 0 w 127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27"/>
                  <a:gd name="T19" fmla="*/ 0 h 28"/>
                  <a:gd name="T20" fmla="*/ 127 w 127"/>
                  <a:gd name="T21" fmla="*/ 28 h 2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27" h="28">
                    <a:moveTo>
                      <a:pt x="0" y="28"/>
                    </a:moveTo>
                    <a:lnTo>
                      <a:pt x="123" y="28"/>
                    </a:lnTo>
                    <a:lnTo>
                      <a:pt x="127" y="0"/>
                    </a:lnTo>
                    <a:lnTo>
                      <a:pt x="62" y="0"/>
                    </a:lnTo>
                    <a:lnTo>
                      <a:pt x="0" y="15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09" name="Line 215"/>
              <p:cNvSpPr>
                <a:spLocks noChangeAspect="1" noChangeShapeType="1"/>
              </p:cNvSpPr>
              <p:nvPr/>
            </p:nvSpPr>
            <p:spPr bwMode="auto">
              <a:xfrm>
                <a:off x="321" y="2062"/>
                <a:ext cx="23" cy="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10" name="Freeform 216"/>
              <p:cNvSpPr>
                <a:spLocks noChangeAspect="1"/>
              </p:cNvSpPr>
              <p:nvPr/>
            </p:nvSpPr>
            <p:spPr bwMode="auto">
              <a:xfrm>
                <a:off x="327" y="2060"/>
                <a:ext cx="4" cy="11"/>
              </a:xfrm>
              <a:custGeom>
                <a:avLst/>
                <a:gdLst>
                  <a:gd name="T0" fmla="*/ 0 w 20"/>
                  <a:gd name="T1" fmla="*/ 0 h 55"/>
                  <a:gd name="T2" fmla="*/ 0 w 20"/>
                  <a:gd name="T3" fmla="*/ 0 h 55"/>
                  <a:gd name="T4" fmla="*/ 0 w 20"/>
                  <a:gd name="T5" fmla="*/ 0 h 55"/>
                  <a:gd name="T6" fmla="*/ 0 w 20"/>
                  <a:gd name="T7" fmla="*/ 0 h 55"/>
                  <a:gd name="T8" fmla="*/ 0 w 20"/>
                  <a:gd name="T9" fmla="*/ 0 h 55"/>
                  <a:gd name="T10" fmla="*/ 0 w 20"/>
                  <a:gd name="T11" fmla="*/ 0 h 55"/>
                  <a:gd name="T12" fmla="*/ 0 w 20"/>
                  <a:gd name="T13" fmla="*/ 0 h 55"/>
                  <a:gd name="T14" fmla="*/ 0 w 20"/>
                  <a:gd name="T15" fmla="*/ 0 h 55"/>
                  <a:gd name="T16" fmla="*/ 0 w 20"/>
                  <a:gd name="T17" fmla="*/ 0 h 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0"/>
                  <a:gd name="T28" fmla="*/ 0 h 55"/>
                  <a:gd name="T29" fmla="*/ 20 w 20"/>
                  <a:gd name="T30" fmla="*/ 55 h 5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0" h="55">
                    <a:moveTo>
                      <a:pt x="0" y="2"/>
                    </a:moveTo>
                    <a:lnTo>
                      <a:pt x="0" y="55"/>
                    </a:lnTo>
                    <a:lnTo>
                      <a:pt x="5" y="55"/>
                    </a:lnTo>
                    <a:lnTo>
                      <a:pt x="8" y="53"/>
                    </a:lnTo>
                    <a:lnTo>
                      <a:pt x="20" y="52"/>
                    </a:lnTo>
                    <a:lnTo>
                      <a:pt x="20" y="0"/>
                    </a:lnTo>
                    <a:lnTo>
                      <a:pt x="11" y="0"/>
                    </a:lnTo>
                    <a:lnTo>
                      <a:pt x="10" y="2"/>
                    </a:ln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grpSp>
            <p:nvGrpSpPr>
              <p:cNvPr id="511" name="Group 217"/>
              <p:cNvGrpSpPr>
                <a:grpSpLocks noChangeAspect="1"/>
              </p:cNvGrpSpPr>
              <p:nvPr/>
            </p:nvGrpSpPr>
            <p:grpSpPr bwMode="auto">
              <a:xfrm>
                <a:off x="366" y="2065"/>
                <a:ext cx="18" cy="19"/>
                <a:chOff x="151" y="386"/>
                <a:chExt cx="95" cy="95"/>
              </a:xfrm>
            </p:grpSpPr>
            <p:sp>
              <p:nvSpPr>
                <p:cNvPr id="545" name="Oval 218"/>
                <p:cNvSpPr>
                  <a:spLocks noChangeAspect="1" noChangeArrowheads="1"/>
                </p:cNvSpPr>
                <p:nvPr/>
              </p:nvSpPr>
              <p:spPr bwMode="auto">
                <a:xfrm>
                  <a:off x="151" y="386"/>
                  <a:ext cx="95" cy="95"/>
                </a:xfrm>
                <a:prstGeom prst="ellipse">
                  <a:avLst/>
                </a:prstGeom>
                <a:solidFill>
                  <a:srgbClr val="CCCC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46" name="Oval 219"/>
                <p:cNvSpPr>
                  <a:spLocks noChangeAspect="1" noChangeArrowheads="1"/>
                </p:cNvSpPr>
                <p:nvPr/>
              </p:nvSpPr>
              <p:spPr bwMode="auto">
                <a:xfrm>
                  <a:off x="175" y="411"/>
                  <a:ext cx="47" cy="47"/>
                </a:xfrm>
                <a:prstGeom prst="ellipse">
                  <a:avLst/>
                </a:prstGeom>
                <a:solidFill>
                  <a:srgbClr val="CCCC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47" name="Oval 220"/>
                <p:cNvSpPr>
                  <a:spLocks noChangeAspect="1" noChangeArrowheads="1"/>
                </p:cNvSpPr>
                <p:nvPr/>
              </p:nvSpPr>
              <p:spPr bwMode="auto">
                <a:xfrm>
                  <a:off x="189" y="425"/>
                  <a:ext cx="20" cy="20"/>
                </a:xfrm>
                <a:prstGeom prst="ellipse">
                  <a:avLst/>
                </a:prstGeom>
                <a:solidFill>
                  <a:srgbClr val="CCCC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512" name="Line 221"/>
              <p:cNvSpPr>
                <a:spLocks noChangeAspect="1" noChangeShapeType="1"/>
              </p:cNvSpPr>
              <p:nvPr/>
            </p:nvSpPr>
            <p:spPr bwMode="auto">
              <a:xfrm>
                <a:off x="360" y="2076"/>
                <a:ext cx="0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13" name="Line 222"/>
              <p:cNvSpPr>
                <a:spLocks noChangeAspect="1" noChangeShapeType="1"/>
              </p:cNvSpPr>
              <p:nvPr/>
            </p:nvSpPr>
            <p:spPr bwMode="auto">
              <a:xfrm>
                <a:off x="356" y="2075"/>
                <a:ext cx="0" cy="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14" name="Freeform 223"/>
              <p:cNvSpPr>
                <a:spLocks noChangeAspect="1"/>
              </p:cNvSpPr>
              <p:nvPr/>
            </p:nvSpPr>
            <p:spPr bwMode="auto">
              <a:xfrm>
                <a:off x="336" y="2066"/>
                <a:ext cx="13" cy="10"/>
              </a:xfrm>
              <a:custGeom>
                <a:avLst/>
                <a:gdLst>
                  <a:gd name="T0" fmla="*/ 0 w 69"/>
                  <a:gd name="T1" fmla="*/ 0 h 46"/>
                  <a:gd name="T2" fmla="*/ 0 w 69"/>
                  <a:gd name="T3" fmla="*/ 0 h 46"/>
                  <a:gd name="T4" fmla="*/ 0 w 69"/>
                  <a:gd name="T5" fmla="*/ 0 h 46"/>
                  <a:gd name="T6" fmla="*/ 0 w 69"/>
                  <a:gd name="T7" fmla="*/ 0 h 46"/>
                  <a:gd name="T8" fmla="*/ 0 w 69"/>
                  <a:gd name="T9" fmla="*/ 0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9"/>
                  <a:gd name="T16" fmla="*/ 0 h 46"/>
                  <a:gd name="T17" fmla="*/ 69 w 69"/>
                  <a:gd name="T18" fmla="*/ 46 h 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9" h="46">
                    <a:moveTo>
                      <a:pt x="53" y="46"/>
                    </a:moveTo>
                    <a:lnTo>
                      <a:pt x="69" y="46"/>
                    </a:lnTo>
                    <a:lnTo>
                      <a:pt x="68" y="13"/>
                    </a:lnTo>
                    <a:lnTo>
                      <a:pt x="56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15" name="Line 224"/>
              <p:cNvSpPr>
                <a:spLocks noChangeAspect="1" noChangeShapeType="1"/>
              </p:cNvSpPr>
              <p:nvPr/>
            </p:nvSpPr>
            <p:spPr bwMode="auto">
              <a:xfrm flipH="1">
                <a:off x="347" y="2074"/>
                <a:ext cx="2" cy="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16" name="Line 225"/>
              <p:cNvSpPr>
                <a:spLocks noChangeAspect="1" noChangeShapeType="1"/>
              </p:cNvSpPr>
              <p:nvPr/>
            </p:nvSpPr>
            <p:spPr bwMode="auto">
              <a:xfrm flipH="1">
                <a:off x="345" y="2071"/>
                <a:ext cx="4" cy="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17" name="Line 226"/>
              <p:cNvSpPr>
                <a:spLocks noChangeAspect="1" noChangeShapeType="1"/>
              </p:cNvSpPr>
              <p:nvPr/>
            </p:nvSpPr>
            <p:spPr bwMode="auto">
              <a:xfrm flipH="1">
                <a:off x="344" y="2068"/>
                <a:ext cx="4" cy="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18" name="Line 227"/>
              <p:cNvSpPr>
                <a:spLocks noChangeAspect="1" noChangeShapeType="1"/>
              </p:cNvSpPr>
              <p:nvPr/>
            </p:nvSpPr>
            <p:spPr bwMode="auto">
              <a:xfrm flipH="1">
                <a:off x="360" y="2073"/>
                <a:ext cx="4" cy="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19" name="Freeform 228"/>
              <p:cNvSpPr>
                <a:spLocks noChangeAspect="1"/>
              </p:cNvSpPr>
              <p:nvPr/>
            </p:nvSpPr>
            <p:spPr bwMode="auto">
              <a:xfrm>
                <a:off x="319" y="2069"/>
                <a:ext cx="10" cy="3"/>
              </a:xfrm>
              <a:custGeom>
                <a:avLst/>
                <a:gdLst>
                  <a:gd name="T0" fmla="*/ 0 w 53"/>
                  <a:gd name="T1" fmla="*/ 0 h 18"/>
                  <a:gd name="T2" fmla="*/ 0 w 53"/>
                  <a:gd name="T3" fmla="*/ 0 h 18"/>
                  <a:gd name="T4" fmla="*/ 0 w 53"/>
                  <a:gd name="T5" fmla="*/ 0 h 18"/>
                  <a:gd name="T6" fmla="*/ 0 w 53"/>
                  <a:gd name="T7" fmla="*/ 0 h 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3"/>
                  <a:gd name="T13" fmla="*/ 0 h 18"/>
                  <a:gd name="T14" fmla="*/ 53 w 53"/>
                  <a:gd name="T15" fmla="*/ 18 h 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3" h="18">
                    <a:moveTo>
                      <a:pt x="0" y="0"/>
                    </a:moveTo>
                    <a:lnTo>
                      <a:pt x="7" y="0"/>
                    </a:lnTo>
                    <a:lnTo>
                      <a:pt x="7" y="18"/>
                    </a:lnTo>
                    <a:lnTo>
                      <a:pt x="53" y="18"/>
                    </a:lnTo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20" name="Freeform 229"/>
              <p:cNvSpPr>
                <a:spLocks noChangeAspect="1"/>
              </p:cNvSpPr>
              <p:nvPr/>
            </p:nvSpPr>
            <p:spPr bwMode="auto">
              <a:xfrm>
                <a:off x="332" y="2064"/>
                <a:ext cx="9" cy="4"/>
              </a:xfrm>
              <a:custGeom>
                <a:avLst/>
                <a:gdLst>
                  <a:gd name="T0" fmla="*/ 0 w 49"/>
                  <a:gd name="T1" fmla="*/ 0 h 23"/>
                  <a:gd name="T2" fmla="*/ 0 w 49"/>
                  <a:gd name="T3" fmla="*/ 0 h 23"/>
                  <a:gd name="T4" fmla="*/ 0 w 49"/>
                  <a:gd name="T5" fmla="*/ 0 h 23"/>
                  <a:gd name="T6" fmla="*/ 0 w 49"/>
                  <a:gd name="T7" fmla="*/ 0 h 23"/>
                  <a:gd name="T8" fmla="*/ 0 w 49"/>
                  <a:gd name="T9" fmla="*/ 0 h 23"/>
                  <a:gd name="T10" fmla="*/ 0 w 49"/>
                  <a:gd name="T11" fmla="*/ 0 h 23"/>
                  <a:gd name="T12" fmla="*/ 0 w 49"/>
                  <a:gd name="T13" fmla="*/ 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9"/>
                  <a:gd name="T22" fmla="*/ 0 h 23"/>
                  <a:gd name="T23" fmla="*/ 49 w 49"/>
                  <a:gd name="T24" fmla="*/ 23 h 2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9" h="23">
                    <a:moveTo>
                      <a:pt x="0" y="23"/>
                    </a:moveTo>
                    <a:lnTo>
                      <a:pt x="0" y="11"/>
                    </a:lnTo>
                    <a:lnTo>
                      <a:pt x="19" y="0"/>
                    </a:lnTo>
                    <a:lnTo>
                      <a:pt x="49" y="0"/>
                    </a:lnTo>
                    <a:lnTo>
                      <a:pt x="49" y="8"/>
                    </a:lnTo>
                    <a:lnTo>
                      <a:pt x="30" y="16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grpSp>
            <p:nvGrpSpPr>
              <p:cNvPr id="521" name="Group 230"/>
              <p:cNvGrpSpPr>
                <a:grpSpLocks noChangeAspect="1"/>
              </p:cNvGrpSpPr>
              <p:nvPr/>
            </p:nvGrpSpPr>
            <p:grpSpPr bwMode="auto">
              <a:xfrm>
                <a:off x="329" y="2065"/>
                <a:ext cx="18" cy="19"/>
                <a:chOff x="151" y="386"/>
                <a:chExt cx="95" cy="95"/>
              </a:xfrm>
            </p:grpSpPr>
            <p:sp>
              <p:nvSpPr>
                <p:cNvPr id="542" name="Oval 231"/>
                <p:cNvSpPr>
                  <a:spLocks noChangeAspect="1" noChangeArrowheads="1"/>
                </p:cNvSpPr>
                <p:nvPr/>
              </p:nvSpPr>
              <p:spPr bwMode="auto">
                <a:xfrm>
                  <a:off x="151" y="386"/>
                  <a:ext cx="95" cy="95"/>
                </a:xfrm>
                <a:prstGeom prst="ellipse">
                  <a:avLst/>
                </a:prstGeom>
                <a:solidFill>
                  <a:srgbClr val="CCCC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43" name="Oval 232"/>
                <p:cNvSpPr>
                  <a:spLocks noChangeAspect="1" noChangeArrowheads="1"/>
                </p:cNvSpPr>
                <p:nvPr/>
              </p:nvSpPr>
              <p:spPr bwMode="auto">
                <a:xfrm>
                  <a:off x="175" y="411"/>
                  <a:ext cx="47" cy="47"/>
                </a:xfrm>
                <a:prstGeom prst="ellipse">
                  <a:avLst/>
                </a:prstGeom>
                <a:solidFill>
                  <a:srgbClr val="CCCC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44" name="Oval 233"/>
                <p:cNvSpPr>
                  <a:spLocks noChangeAspect="1" noChangeArrowheads="1"/>
                </p:cNvSpPr>
                <p:nvPr/>
              </p:nvSpPr>
              <p:spPr bwMode="auto">
                <a:xfrm>
                  <a:off x="189" y="425"/>
                  <a:ext cx="20" cy="20"/>
                </a:xfrm>
                <a:prstGeom prst="ellipse">
                  <a:avLst/>
                </a:prstGeom>
                <a:solidFill>
                  <a:srgbClr val="CCCC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522" name="Freeform 234"/>
              <p:cNvSpPr>
                <a:spLocks noChangeAspect="1"/>
              </p:cNvSpPr>
              <p:nvPr/>
            </p:nvSpPr>
            <p:spPr bwMode="auto">
              <a:xfrm>
                <a:off x="389" y="2021"/>
                <a:ext cx="14" cy="6"/>
              </a:xfrm>
              <a:custGeom>
                <a:avLst/>
                <a:gdLst>
                  <a:gd name="T0" fmla="*/ 0 w 72"/>
                  <a:gd name="T1" fmla="*/ 0 h 33"/>
                  <a:gd name="T2" fmla="*/ 0 w 72"/>
                  <a:gd name="T3" fmla="*/ 0 h 33"/>
                  <a:gd name="T4" fmla="*/ 0 w 72"/>
                  <a:gd name="T5" fmla="*/ 0 h 33"/>
                  <a:gd name="T6" fmla="*/ 0 w 72"/>
                  <a:gd name="T7" fmla="*/ 0 h 33"/>
                  <a:gd name="T8" fmla="*/ 0 w 72"/>
                  <a:gd name="T9" fmla="*/ 0 h 33"/>
                  <a:gd name="T10" fmla="*/ 0 w 72"/>
                  <a:gd name="T11" fmla="*/ 0 h 33"/>
                  <a:gd name="T12" fmla="*/ 0 w 72"/>
                  <a:gd name="T13" fmla="*/ 0 h 33"/>
                  <a:gd name="T14" fmla="*/ 0 w 72"/>
                  <a:gd name="T15" fmla="*/ 0 h 33"/>
                  <a:gd name="T16" fmla="*/ 0 w 72"/>
                  <a:gd name="T17" fmla="*/ 0 h 33"/>
                  <a:gd name="T18" fmla="*/ 0 w 72"/>
                  <a:gd name="T19" fmla="*/ 0 h 33"/>
                  <a:gd name="T20" fmla="*/ 0 w 72"/>
                  <a:gd name="T21" fmla="*/ 0 h 33"/>
                  <a:gd name="T22" fmla="*/ 0 w 72"/>
                  <a:gd name="T23" fmla="*/ 0 h 33"/>
                  <a:gd name="T24" fmla="*/ 0 w 72"/>
                  <a:gd name="T25" fmla="*/ 0 h 33"/>
                  <a:gd name="T26" fmla="*/ 0 w 72"/>
                  <a:gd name="T27" fmla="*/ 0 h 33"/>
                  <a:gd name="T28" fmla="*/ 0 w 72"/>
                  <a:gd name="T29" fmla="*/ 0 h 33"/>
                  <a:gd name="T30" fmla="*/ 0 w 72"/>
                  <a:gd name="T31" fmla="*/ 0 h 3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2"/>
                  <a:gd name="T49" fmla="*/ 0 h 33"/>
                  <a:gd name="T50" fmla="*/ 72 w 72"/>
                  <a:gd name="T51" fmla="*/ 33 h 33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2" h="33">
                    <a:moveTo>
                      <a:pt x="0" y="6"/>
                    </a:moveTo>
                    <a:lnTo>
                      <a:pt x="4" y="4"/>
                    </a:lnTo>
                    <a:lnTo>
                      <a:pt x="12" y="4"/>
                    </a:lnTo>
                    <a:lnTo>
                      <a:pt x="17" y="1"/>
                    </a:lnTo>
                    <a:lnTo>
                      <a:pt x="24" y="2"/>
                    </a:lnTo>
                    <a:lnTo>
                      <a:pt x="31" y="0"/>
                    </a:lnTo>
                    <a:lnTo>
                      <a:pt x="37" y="3"/>
                    </a:lnTo>
                    <a:lnTo>
                      <a:pt x="47" y="2"/>
                    </a:lnTo>
                    <a:lnTo>
                      <a:pt x="52" y="6"/>
                    </a:lnTo>
                    <a:lnTo>
                      <a:pt x="60" y="9"/>
                    </a:lnTo>
                    <a:lnTo>
                      <a:pt x="68" y="14"/>
                    </a:lnTo>
                    <a:lnTo>
                      <a:pt x="72" y="24"/>
                    </a:lnTo>
                    <a:lnTo>
                      <a:pt x="72" y="29"/>
                    </a:lnTo>
                    <a:lnTo>
                      <a:pt x="61" y="33"/>
                    </a:lnTo>
                    <a:lnTo>
                      <a:pt x="2" y="12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23" name="Freeform 235"/>
              <p:cNvSpPr>
                <a:spLocks noChangeAspect="1"/>
              </p:cNvSpPr>
              <p:nvPr/>
            </p:nvSpPr>
            <p:spPr bwMode="auto">
              <a:xfrm>
                <a:off x="393" y="2023"/>
                <a:ext cx="1" cy="1"/>
              </a:xfrm>
              <a:custGeom>
                <a:avLst/>
                <a:gdLst>
                  <a:gd name="T0" fmla="*/ 0 w 5"/>
                  <a:gd name="T1" fmla="*/ 0 h 4"/>
                  <a:gd name="T2" fmla="*/ 0 w 5"/>
                  <a:gd name="T3" fmla="*/ 0 h 4"/>
                  <a:gd name="T4" fmla="*/ 0 w 5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5"/>
                  <a:gd name="T10" fmla="*/ 0 h 4"/>
                  <a:gd name="T11" fmla="*/ 5 w 5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" h="4">
                    <a:moveTo>
                      <a:pt x="0" y="0"/>
                    </a:moveTo>
                    <a:lnTo>
                      <a:pt x="2" y="3"/>
                    </a:lnTo>
                    <a:lnTo>
                      <a:pt x="5" y="4"/>
                    </a:lnTo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24" name="Freeform 236"/>
              <p:cNvSpPr>
                <a:spLocks noChangeAspect="1"/>
              </p:cNvSpPr>
              <p:nvPr/>
            </p:nvSpPr>
            <p:spPr bwMode="auto">
              <a:xfrm>
                <a:off x="397" y="2023"/>
                <a:ext cx="1" cy="1"/>
              </a:xfrm>
              <a:custGeom>
                <a:avLst/>
                <a:gdLst>
                  <a:gd name="T0" fmla="*/ 0 w 5"/>
                  <a:gd name="T1" fmla="*/ 0 h 4"/>
                  <a:gd name="T2" fmla="*/ 0 w 5"/>
                  <a:gd name="T3" fmla="*/ 0 h 4"/>
                  <a:gd name="T4" fmla="*/ 0 w 5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5"/>
                  <a:gd name="T10" fmla="*/ 0 h 4"/>
                  <a:gd name="T11" fmla="*/ 5 w 5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" h="4">
                    <a:moveTo>
                      <a:pt x="5" y="0"/>
                    </a:moveTo>
                    <a:lnTo>
                      <a:pt x="5" y="2"/>
                    </a:lnTo>
                    <a:lnTo>
                      <a:pt x="0" y="4"/>
                    </a:lnTo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25" name="Freeform 237"/>
              <p:cNvSpPr>
                <a:spLocks noChangeAspect="1"/>
              </p:cNvSpPr>
              <p:nvPr/>
            </p:nvSpPr>
            <p:spPr bwMode="auto">
              <a:xfrm>
                <a:off x="400" y="2026"/>
                <a:ext cx="1" cy="0"/>
              </a:xfrm>
              <a:custGeom>
                <a:avLst/>
                <a:gdLst>
                  <a:gd name="T0" fmla="*/ 0 w 7"/>
                  <a:gd name="T1" fmla="*/ 0 h 3"/>
                  <a:gd name="T2" fmla="*/ 0 w 7"/>
                  <a:gd name="T3" fmla="*/ 0 h 3"/>
                  <a:gd name="T4" fmla="*/ 0 w 7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7"/>
                  <a:gd name="T10" fmla="*/ 0 h 3"/>
                  <a:gd name="T11" fmla="*/ 7 w 7"/>
                  <a:gd name="T12" fmla="*/ 0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" h="3">
                    <a:moveTo>
                      <a:pt x="0" y="0"/>
                    </a:moveTo>
                    <a:lnTo>
                      <a:pt x="3" y="3"/>
                    </a:lnTo>
                    <a:lnTo>
                      <a:pt x="7" y="3"/>
                    </a:lnTo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26" name="Freeform 238"/>
              <p:cNvSpPr>
                <a:spLocks noChangeAspect="1"/>
              </p:cNvSpPr>
              <p:nvPr/>
            </p:nvSpPr>
            <p:spPr bwMode="auto">
              <a:xfrm flipV="1">
                <a:off x="395" y="2022"/>
                <a:ext cx="1" cy="1"/>
              </a:xfrm>
              <a:custGeom>
                <a:avLst/>
                <a:gdLst>
                  <a:gd name="T0" fmla="*/ 0 w 5"/>
                  <a:gd name="T1" fmla="*/ 0 h 4"/>
                  <a:gd name="T2" fmla="*/ 0 w 5"/>
                  <a:gd name="T3" fmla="*/ 0 h 4"/>
                  <a:gd name="T4" fmla="*/ 0 w 5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5"/>
                  <a:gd name="T10" fmla="*/ 0 h 4"/>
                  <a:gd name="T11" fmla="*/ 5 w 5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" h="4">
                    <a:moveTo>
                      <a:pt x="0" y="0"/>
                    </a:moveTo>
                    <a:lnTo>
                      <a:pt x="0" y="3"/>
                    </a:lnTo>
                    <a:lnTo>
                      <a:pt x="5" y="4"/>
                    </a:lnTo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27" name="Freeform 239"/>
              <p:cNvSpPr>
                <a:spLocks noChangeAspect="1"/>
              </p:cNvSpPr>
              <p:nvPr/>
            </p:nvSpPr>
            <p:spPr bwMode="auto">
              <a:xfrm flipH="1">
                <a:off x="399" y="2023"/>
                <a:ext cx="1" cy="1"/>
              </a:xfrm>
              <a:custGeom>
                <a:avLst/>
                <a:gdLst>
                  <a:gd name="T0" fmla="*/ 0 w 5"/>
                  <a:gd name="T1" fmla="*/ 0 h 4"/>
                  <a:gd name="T2" fmla="*/ 0 w 5"/>
                  <a:gd name="T3" fmla="*/ 0 h 4"/>
                  <a:gd name="T4" fmla="*/ 0 w 5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5"/>
                  <a:gd name="T10" fmla="*/ 0 h 4"/>
                  <a:gd name="T11" fmla="*/ 5 w 5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" h="4">
                    <a:moveTo>
                      <a:pt x="0" y="0"/>
                    </a:moveTo>
                    <a:lnTo>
                      <a:pt x="1" y="3"/>
                    </a:lnTo>
                    <a:lnTo>
                      <a:pt x="5" y="4"/>
                    </a:lnTo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28" name="Freeform 240"/>
              <p:cNvSpPr>
                <a:spLocks noChangeAspect="1"/>
              </p:cNvSpPr>
              <p:nvPr/>
            </p:nvSpPr>
            <p:spPr bwMode="auto">
              <a:xfrm>
                <a:off x="396" y="2025"/>
                <a:ext cx="1" cy="0"/>
              </a:xfrm>
              <a:custGeom>
                <a:avLst/>
                <a:gdLst>
                  <a:gd name="T0" fmla="*/ 0 w 5"/>
                  <a:gd name="T1" fmla="*/ 0 h 4"/>
                  <a:gd name="T2" fmla="*/ 0 w 5"/>
                  <a:gd name="T3" fmla="*/ 0 h 4"/>
                  <a:gd name="T4" fmla="*/ 0 w 5"/>
                  <a:gd name="T5" fmla="*/ 0 h 4"/>
                  <a:gd name="T6" fmla="*/ 0 60000 65536"/>
                  <a:gd name="T7" fmla="*/ 0 60000 65536"/>
                  <a:gd name="T8" fmla="*/ 0 60000 65536"/>
                  <a:gd name="T9" fmla="*/ 0 w 5"/>
                  <a:gd name="T10" fmla="*/ 0 h 4"/>
                  <a:gd name="T11" fmla="*/ 5 w 5"/>
                  <a:gd name="T12" fmla="*/ 0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" h="4">
                    <a:moveTo>
                      <a:pt x="0" y="0"/>
                    </a:moveTo>
                    <a:lnTo>
                      <a:pt x="2" y="3"/>
                    </a:lnTo>
                    <a:lnTo>
                      <a:pt x="5" y="4"/>
                    </a:lnTo>
                  </a:path>
                </a:pathLst>
              </a:custGeom>
              <a:solidFill>
                <a:srgbClr val="CCCC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grpSp>
            <p:nvGrpSpPr>
              <p:cNvPr id="529" name="Group 241"/>
              <p:cNvGrpSpPr>
                <a:grpSpLocks noChangeAspect="1"/>
              </p:cNvGrpSpPr>
              <p:nvPr/>
            </p:nvGrpSpPr>
            <p:grpSpPr bwMode="auto">
              <a:xfrm>
                <a:off x="346" y="2046"/>
                <a:ext cx="17" cy="17"/>
                <a:chOff x="579" y="61"/>
                <a:chExt cx="57" cy="55"/>
              </a:xfrm>
            </p:grpSpPr>
            <p:sp>
              <p:nvSpPr>
                <p:cNvPr id="530" name="Freeform 242"/>
                <p:cNvSpPr>
                  <a:spLocks noChangeAspect="1"/>
                </p:cNvSpPr>
                <p:nvPr/>
              </p:nvSpPr>
              <p:spPr bwMode="auto">
                <a:xfrm>
                  <a:off x="579" y="61"/>
                  <a:ext cx="12" cy="36"/>
                </a:xfrm>
                <a:custGeom>
                  <a:avLst/>
                  <a:gdLst>
                    <a:gd name="T0" fmla="*/ 0 w 18"/>
                    <a:gd name="T1" fmla="*/ 5 h 55"/>
                    <a:gd name="T2" fmla="*/ 1 w 18"/>
                    <a:gd name="T3" fmla="*/ 5 h 55"/>
                    <a:gd name="T4" fmla="*/ 1 w 18"/>
                    <a:gd name="T5" fmla="*/ 0 h 55"/>
                    <a:gd name="T6" fmla="*/ 1 w 18"/>
                    <a:gd name="T7" fmla="*/ 0 h 55"/>
                    <a:gd name="T8" fmla="*/ 0 w 18"/>
                    <a:gd name="T9" fmla="*/ 5 h 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"/>
                    <a:gd name="T16" fmla="*/ 0 h 55"/>
                    <a:gd name="T17" fmla="*/ 18 w 18"/>
                    <a:gd name="T18" fmla="*/ 55 h 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" h="55">
                      <a:moveTo>
                        <a:pt x="0" y="55"/>
                      </a:moveTo>
                      <a:lnTo>
                        <a:pt x="18" y="55"/>
                      </a:lnTo>
                      <a:lnTo>
                        <a:pt x="18" y="0"/>
                      </a:lnTo>
                      <a:lnTo>
                        <a:pt x="5" y="0"/>
                      </a:lnTo>
                      <a:lnTo>
                        <a:pt x="0" y="55"/>
                      </a:lnTo>
                      <a:close/>
                    </a:path>
                  </a:pathLst>
                </a:custGeom>
                <a:solidFill>
                  <a:srgbClr val="CCCC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31" name="Freeform 243"/>
                <p:cNvSpPr>
                  <a:spLocks noChangeAspect="1"/>
                </p:cNvSpPr>
                <p:nvPr/>
              </p:nvSpPr>
              <p:spPr bwMode="auto">
                <a:xfrm>
                  <a:off x="596" y="61"/>
                  <a:ext cx="20" cy="55"/>
                </a:xfrm>
                <a:custGeom>
                  <a:avLst/>
                  <a:gdLst>
                    <a:gd name="T0" fmla="*/ 0 w 31"/>
                    <a:gd name="T1" fmla="*/ 0 h 84"/>
                    <a:gd name="T2" fmla="*/ 2 w 31"/>
                    <a:gd name="T3" fmla="*/ 0 h 84"/>
                    <a:gd name="T4" fmla="*/ 2 w 31"/>
                    <a:gd name="T5" fmla="*/ 3 h 84"/>
                    <a:gd name="T6" fmla="*/ 2 w 31"/>
                    <a:gd name="T7" fmla="*/ 7 h 84"/>
                    <a:gd name="T8" fmla="*/ 2 w 31"/>
                    <a:gd name="T9" fmla="*/ 7 h 84"/>
                    <a:gd name="T10" fmla="*/ 2 w 31"/>
                    <a:gd name="T11" fmla="*/ 6 h 84"/>
                    <a:gd name="T12" fmla="*/ 1 w 31"/>
                    <a:gd name="T13" fmla="*/ 6 h 84"/>
                    <a:gd name="T14" fmla="*/ 0 w 31"/>
                    <a:gd name="T15" fmla="*/ 0 h 8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31"/>
                    <a:gd name="T25" fmla="*/ 0 h 84"/>
                    <a:gd name="T26" fmla="*/ 31 w 31"/>
                    <a:gd name="T27" fmla="*/ 84 h 8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31" h="84">
                      <a:moveTo>
                        <a:pt x="0" y="0"/>
                      </a:moveTo>
                      <a:lnTo>
                        <a:pt x="29" y="0"/>
                      </a:lnTo>
                      <a:lnTo>
                        <a:pt x="31" y="37"/>
                      </a:lnTo>
                      <a:lnTo>
                        <a:pt x="31" y="83"/>
                      </a:lnTo>
                      <a:lnTo>
                        <a:pt x="25" y="84"/>
                      </a:lnTo>
                      <a:lnTo>
                        <a:pt x="23" y="77"/>
                      </a:lnTo>
                      <a:lnTo>
                        <a:pt x="1" y="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CC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32" name="Freeform 244"/>
                <p:cNvSpPr>
                  <a:spLocks noChangeAspect="1"/>
                </p:cNvSpPr>
                <p:nvPr/>
              </p:nvSpPr>
              <p:spPr bwMode="auto">
                <a:xfrm>
                  <a:off x="621" y="61"/>
                  <a:ext cx="15" cy="53"/>
                </a:xfrm>
                <a:custGeom>
                  <a:avLst/>
                  <a:gdLst>
                    <a:gd name="T0" fmla="*/ 1 w 22"/>
                    <a:gd name="T1" fmla="*/ 7 h 80"/>
                    <a:gd name="T2" fmla="*/ 2 w 22"/>
                    <a:gd name="T3" fmla="*/ 6 h 80"/>
                    <a:gd name="T4" fmla="*/ 1 w 22"/>
                    <a:gd name="T5" fmla="*/ 1 h 80"/>
                    <a:gd name="T6" fmla="*/ 1 w 22"/>
                    <a:gd name="T7" fmla="*/ 0 h 80"/>
                    <a:gd name="T8" fmla="*/ 1 w 22"/>
                    <a:gd name="T9" fmla="*/ 0 h 80"/>
                    <a:gd name="T10" fmla="*/ 1 w 22"/>
                    <a:gd name="T11" fmla="*/ 2 h 80"/>
                    <a:gd name="T12" fmla="*/ 0 w 22"/>
                    <a:gd name="T13" fmla="*/ 2 h 80"/>
                    <a:gd name="T14" fmla="*/ 1 w 22"/>
                    <a:gd name="T15" fmla="*/ 4 h 80"/>
                    <a:gd name="T16" fmla="*/ 1 w 22"/>
                    <a:gd name="T17" fmla="*/ 7 h 8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2"/>
                    <a:gd name="T28" fmla="*/ 0 h 80"/>
                    <a:gd name="T29" fmla="*/ 22 w 22"/>
                    <a:gd name="T30" fmla="*/ 80 h 8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2" h="80">
                      <a:moveTo>
                        <a:pt x="5" y="80"/>
                      </a:moveTo>
                      <a:lnTo>
                        <a:pt x="22" y="72"/>
                      </a:lnTo>
                      <a:lnTo>
                        <a:pt x="11" y="2"/>
                      </a:lnTo>
                      <a:lnTo>
                        <a:pt x="6" y="0"/>
                      </a:lnTo>
                      <a:lnTo>
                        <a:pt x="2" y="0"/>
                      </a:lnTo>
                      <a:lnTo>
                        <a:pt x="2" y="21"/>
                      </a:lnTo>
                      <a:lnTo>
                        <a:pt x="0" y="26"/>
                      </a:lnTo>
                      <a:lnTo>
                        <a:pt x="1" y="46"/>
                      </a:lnTo>
                      <a:lnTo>
                        <a:pt x="5" y="80"/>
                      </a:lnTo>
                      <a:close/>
                    </a:path>
                  </a:pathLst>
                </a:custGeom>
                <a:solidFill>
                  <a:srgbClr val="CCCC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33" name="Line 245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623" y="99"/>
                  <a:ext cx="5" cy="7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34" name="Oval 246"/>
                <p:cNvSpPr>
                  <a:spLocks noChangeAspect="1" noChangeArrowheads="1"/>
                </p:cNvSpPr>
                <p:nvPr/>
              </p:nvSpPr>
              <p:spPr bwMode="auto">
                <a:xfrm>
                  <a:off x="599" y="77"/>
                  <a:ext cx="11" cy="12"/>
                </a:xfrm>
                <a:prstGeom prst="ellipse">
                  <a:avLst/>
                </a:prstGeom>
                <a:solidFill>
                  <a:srgbClr val="CCCC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35" name="Freeform 247"/>
                <p:cNvSpPr>
                  <a:spLocks noChangeAspect="1"/>
                </p:cNvSpPr>
                <p:nvPr/>
              </p:nvSpPr>
              <p:spPr bwMode="auto">
                <a:xfrm>
                  <a:off x="598" y="75"/>
                  <a:ext cx="16" cy="7"/>
                </a:xfrm>
                <a:custGeom>
                  <a:avLst/>
                  <a:gdLst>
                    <a:gd name="T0" fmla="*/ 0 w 16"/>
                    <a:gd name="T1" fmla="*/ 7 h 7"/>
                    <a:gd name="T2" fmla="*/ 16 w 16"/>
                    <a:gd name="T3" fmla="*/ 7 h 7"/>
                    <a:gd name="T4" fmla="*/ 13 w 16"/>
                    <a:gd name="T5" fmla="*/ 7 h 7"/>
                    <a:gd name="T6" fmla="*/ 12 w 16"/>
                    <a:gd name="T7" fmla="*/ 4 h 7"/>
                    <a:gd name="T8" fmla="*/ 11 w 16"/>
                    <a:gd name="T9" fmla="*/ 2 h 7"/>
                    <a:gd name="T10" fmla="*/ 9 w 16"/>
                    <a:gd name="T11" fmla="*/ 1 h 7"/>
                    <a:gd name="T12" fmla="*/ 6 w 16"/>
                    <a:gd name="T13" fmla="*/ 0 h 7"/>
                    <a:gd name="T14" fmla="*/ 3 w 16"/>
                    <a:gd name="T15" fmla="*/ 1 h 7"/>
                    <a:gd name="T16" fmla="*/ 1 w 16"/>
                    <a:gd name="T17" fmla="*/ 2 h 7"/>
                    <a:gd name="T18" fmla="*/ 0 w 16"/>
                    <a:gd name="T19" fmla="*/ 4 h 7"/>
                    <a:gd name="T20" fmla="*/ 0 w 16"/>
                    <a:gd name="T21" fmla="*/ 7 h 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16"/>
                    <a:gd name="T34" fmla="*/ 0 h 7"/>
                    <a:gd name="T35" fmla="*/ 16 w 16"/>
                    <a:gd name="T36" fmla="*/ 7 h 7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16" h="7">
                      <a:moveTo>
                        <a:pt x="0" y="7"/>
                      </a:moveTo>
                      <a:lnTo>
                        <a:pt x="16" y="7"/>
                      </a:lnTo>
                      <a:lnTo>
                        <a:pt x="13" y="7"/>
                      </a:lnTo>
                      <a:lnTo>
                        <a:pt x="12" y="4"/>
                      </a:lnTo>
                      <a:lnTo>
                        <a:pt x="11" y="2"/>
                      </a:lnTo>
                      <a:lnTo>
                        <a:pt x="9" y="1"/>
                      </a:lnTo>
                      <a:lnTo>
                        <a:pt x="6" y="0"/>
                      </a:lnTo>
                      <a:lnTo>
                        <a:pt x="3" y="1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7"/>
                      </a:lnTo>
                      <a:close/>
                    </a:path>
                  </a:pathLst>
                </a:custGeom>
                <a:solidFill>
                  <a:srgbClr val="CCCC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36" name="Freeform 248"/>
                <p:cNvSpPr>
                  <a:spLocks noChangeAspect="1"/>
                </p:cNvSpPr>
                <p:nvPr/>
              </p:nvSpPr>
              <p:spPr bwMode="auto">
                <a:xfrm>
                  <a:off x="597" y="90"/>
                  <a:ext cx="19" cy="26"/>
                </a:xfrm>
                <a:custGeom>
                  <a:avLst/>
                  <a:gdLst>
                    <a:gd name="T0" fmla="*/ 6 w 19"/>
                    <a:gd name="T1" fmla="*/ 0 h 26"/>
                    <a:gd name="T2" fmla="*/ 2 w 19"/>
                    <a:gd name="T3" fmla="*/ 2 h 26"/>
                    <a:gd name="T4" fmla="*/ 0 w 19"/>
                    <a:gd name="T5" fmla="*/ 8 h 26"/>
                    <a:gd name="T6" fmla="*/ 0 w 19"/>
                    <a:gd name="T7" fmla="*/ 13 h 26"/>
                    <a:gd name="T8" fmla="*/ 0 w 19"/>
                    <a:gd name="T9" fmla="*/ 19 h 26"/>
                    <a:gd name="T10" fmla="*/ 0 w 19"/>
                    <a:gd name="T11" fmla="*/ 21 h 26"/>
                    <a:gd name="T12" fmla="*/ 11 w 19"/>
                    <a:gd name="T13" fmla="*/ 21 h 26"/>
                    <a:gd name="T14" fmla="*/ 14 w 19"/>
                    <a:gd name="T15" fmla="*/ 22 h 26"/>
                    <a:gd name="T16" fmla="*/ 15 w 19"/>
                    <a:gd name="T17" fmla="*/ 26 h 26"/>
                    <a:gd name="T18" fmla="*/ 19 w 19"/>
                    <a:gd name="T19" fmla="*/ 25 h 26"/>
                    <a:gd name="T20" fmla="*/ 19 w 19"/>
                    <a:gd name="T21" fmla="*/ 13 h 26"/>
                    <a:gd name="T22" fmla="*/ 13 w 19"/>
                    <a:gd name="T23" fmla="*/ 6 h 26"/>
                    <a:gd name="T24" fmla="*/ 11 w 19"/>
                    <a:gd name="T25" fmla="*/ 1 h 26"/>
                    <a:gd name="T26" fmla="*/ 6 w 19"/>
                    <a:gd name="T27" fmla="*/ 0 h 2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19"/>
                    <a:gd name="T43" fmla="*/ 0 h 26"/>
                    <a:gd name="T44" fmla="*/ 19 w 19"/>
                    <a:gd name="T45" fmla="*/ 26 h 2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19" h="26">
                      <a:moveTo>
                        <a:pt x="6" y="0"/>
                      </a:moveTo>
                      <a:lnTo>
                        <a:pt x="2" y="2"/>
                      </a:lnTo>
                      <a:lnTo>
                        <a:pt x="0" y="8"/>
                      </a:lnTo>
                      <a:lnTo>
                        <a:pt x="0" y="13"/>
                      </a:lnTo>
                      <a:lnTo>
                        <a:pt x="0" y="19"/>
                      </a:lnTo>
                      <a:lnTo>
                        <a:pt x="0" y="21"/>
                      </a:lnTo>
                      <a:lnTo>
                        <a:pt x="11" y="21"/>
                      </a:lnTo>
                      <a:lnTo>
                        <a:pt x="14" y="22"/>
                      </a:lnTo>
                      <a:lnTo>
                        <a:pt x="15" y="26"/>
                      </a:lnTo>
                      <a:lnTo>
                        <a:pt x="19" y="25"/>
                      </a:lnTo>
                      <a:lnTo>
                        <a:pt x="19" y="13"/>
                      </a:lnTo>
                      <a:lnTo>
                        <a:pt x="13" y="6"/>
                      </a:lnTo>
                      <a:lnTo>
                        <a:pt x="11" y="1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CCCC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537" name="Freeform 249"/>
                <p:cNvSpPr>
                  <a:spLocks noChangeAspect="1"/>
                </p:cNvSpPr>
                <p:nvPr/>
              </p:nvSpPr>
              <p:spPr bwMode="auto">
                <a:xfrm>
                  <a:off x="624" y="104"/>
                  <a:ext cx="12" cy="9"/>
                </a:xfrm>
                <a:custGeom>
                  <a:avLst/>
                  <a:gdLst>
                    <a:gd name="T0" fmla="*/ 2 w 12"/>
                    <a:gd name="T1" fmla="*/ 0 h 9"/>
                    <a:gd name="T2" fmla="*/ 4 w 12"/>
                    <a:gd name="T3" fmla="*/ 0 h 9"/>
                    <a:gd name="T4" fmla="*/ 8 w 12"/>
                    <a:gd name="T5" fmla="*/ 0 h 9"/>
                    <a:gd name="T6" fmla="*/ 11 w 12"/>
                    <a:gd name="T7" fmla="*/ 3 h 9"/>
                    <a:gd name="T8" fmla="*/ 12 w 12"/>
                    <a:gd name="T9" fmla="*/ 5 h 9"/>
                    <a:gd name="T10" fmla="*/ 1 w 12"/>
                    <a:gd name="T11" fmla="*/ 9 h 9"/>
                    <a:gd name="T12" fmla="*/ 0 w 12"/>
                    <a:gd name="T13" fmla="*/ 5 h 9"/>
                    <a:gd name="T14" fmla="*/ 2 w 12"/>
                    <a:gd name="T15" fmla="*/ 0 h 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12"/>
                    <a:gd name="T25" fmla="*/ 0 h 9"/>
                    <a:gd name="T26" fmla="*/ 12 w 12"/>
                    <a:gd name="T27" fmla="*/ 9 h 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12" h="9">
                      <a:moveTo>
                        <a:pt x="2" y="0"/>
                      </a:moveTo>
                      <a:lnTo>
                        <a:pt x="4" y="0"/>
                      </a:lnTo>
                      <a:lnTo>
                        <a:pt x="8" y="0"/>
                      </a:lnTo>
                      <a:lnTo>
                        <a:pt x="11" y="3"/>
                      </a:lnTo>
                      <a:lnTo>
                        <a:pt x="12" y="5"/>
                      </a:lnTo>
                      <a:lnTo>
                        <a:pt x="1" y="9"/>
                      </a:lnTo>
                      <a:lnTo>
                        <a:pt x="0" y="5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CCCC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grpSp>
              <p:nvGrpSpPr>
                <p:cNvPr id="538" name="Group 250"/>
                <p:cNvGrpSpPr>
                  <a:grpSpLocks noChangeAspect="1"/>
                </p:cNvGrpSpPr>
                <p:nvPr/>
              </p:nvGrpSpPr>
              <p:grpSpPr bwMode="auto">
                <a:xfrm>
                  <a:off x="579" y="61"/>
                  <a:ext cx="57" cy="55"/>
                  <a:chOff x="650" y="48"/>
                  <a:chExt cx="57" cy="55"/>
                </a:xfrm>
              </p:grpSpPr>
              <p:sp>
                <p:nvSpPr>
                  <p:cNvPr id="539" name="Freeform 251"/>
                  <p:cNvSpPr>
                    <a:spLocks noChangeAspect="1"/>
                  </p:cNvSpPr>
                  <p:nvPr/>
                </p:nvSpPr>
                <p:spPr bwMode="auto">
                  <a:xfrm>
                    <a:off x="650" y="48"/>
                    <a:ext cx="12" cy="36"/>
                  </a:xfrm>
                  <a:custGeom>
                    <a:avLst/>
                    <a:gdLst>
                      <a:gd name="T0" fmla="*/ 0 w 18"/>
                      <a:gd name="T1" fmla="*/ 5 h 55"/>
                      <a:gd name="T2" fmla="*/ 1 w 18"/>
                      <a:gd name="T3" fmla="*/ 5 h 55"/>
                      <a:gd name="T4" fmla="*/ 1 w 18"/>
                      <a:gd name="T5" fmla="*/ 0 h 55"/>
                      <a:gd name="T6" fmla="*/ 1 w 18"/>
                      <a:gd name="T7" fmla="*/ 0 h 55"/>
                      <a:gd name="T8" fmla="*/ 0 w 18"/>
                      <a:gd name="T9" fmla="*/ 5 h 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8"/>
                      <a:gd name="T16" fmla="*/ 0 h 55"/>
                      <a:gd name="T17" fmla="*/ 18 w 18"/>
                      <a:gd name="T18" fmla="*/ 55 h 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8" h="55">
                        <a:moveTo>
                          <a:pt x="0" y="55"/>
                        </a:moveTo>
                        <a:lnTo>
                          <a:pt x="18" y="55"/>
                        </a:lnTo>
                        <a:lnTo>
                          <a:pt x="18" y="0"/>
                        </a:lnTo>
                        <a:lnTo>
                          <a:pt x="5" y="0"/>
                        </a:lnTo>
                        <a:lnTo>
                          <a:pt x="0" y="55"/>
                        </a:lnTo>
                        <a:close/>
                      </a:path>
                    </a:pathLst>
                  </a:custGeom>
                  <a:solidFill>
                    <a:srgbClr val="CCCC00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540" name="Freeform 252"/>
                  <p:cNvSpPr>
                    <a:spLocks noChangeAspect="1"/>
                  </p:cNvSpPr>
                  <p:nvPr/>
                </p:nvSpPr>
                <p:spPr bwMode="auto">
                  <a:xfrm>
                    <a:off x="667" y="48"/>
                    <a:ext cx="20" cy="55"/>
                  </a:xfrm>
                  <a:custGeom>
                    <a:avLst/>
                    <a:gdLst>
                      <a:gd name="T0" fmla="*/ 0 w 31"/>
                      <a:gd name="T1" fmla="*/ 0 h 84"/>
                      <a:gd name="T2" fmla="*/ 2 w 31"/>
                      <a:gd name="T3" fmla="*/ 0 h 84"/>
                      <a:gd name="T4" fmla="*/ 2 w 31"/>
                      <a:gd name="T5" fmla="*/ 3 h 84"/>
                      <a:gd name="T6" fmla="*/ 2 w 31"/>
                      <a:gd name="T7" fmla="*/ 7 h 84"/>
                      <a:gd name="T8" fmla="*/ 2 w 31"/>
                      <a:gd name="T9" fmla="*/ 7 h 84"/>
                      <a:gd name="T10" fmla="*/ 2 w 31"/>
                      <a:gd name="T11" fmla="*/ 6 h 84"/>
                      <a:gd name="T12" fmla="*/ 1 w 31"/>
                      <a:gd name="T13" fmla="*/ 6 h 84"/>
                      <a:gd name="T14" fmla="*/ 0 w 31"/>
                      <a:gd name="T15" fmla="*/ 0 h 8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31"/>
                      <a:gd name="T25" fmla="*/ 0 h 84"/>
                      <a:gd name="T26" fmla="*/ 31 w 31"/>
                      <a:gd name="T27" fmla="*/ 84 h 84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31" h="84">
                        <a:moveTo>
                          <a:pt x="0" y="0"/>
                        </a:moveTo>
                        <a:lnTo>
                          <a:pt x="29" y="0"/>
                        </a:lnTo>
                        <a:lnTo>
                          <a:pt x="31" y="37"/>
                        </a:lnTo>
                        <a:lnTo>
                          <a:pt x="31" y="83"/>
                        </a:lnTo>
                        <a:lnTo>
                          <a:pt x="25" y="84"/>
                        </a:lnTo>
                        <a:lnTo>
                          <a:pt x="23" y="77"/>
                        </a:lnTo>
                        <a:lnTo>
                          <a:pt x="1" y="7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CCC00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541" name="Freeform 253"/>
                  <p:cNvSpPr>
                    <a:spLocks noChangeAspect="1"/>
                  </p:cNvSpPr>
                  <p:nvPr/>
                </p:nvSpPr>
                <p:spPr bwMode="auto">
                  <a:xfrm>
                    <a:off x="692" y="48"/>
                    <a:ext cx="15" cy="53"/>
                  </a:xfrm>
                  <a:custGeom>
                    <a:avLst/>
                    <a:gdLst>
                      <a:gd name="T0" fmla="*/ 1 w 22"/>
                      <a:gd name="T1" fmla="*/ 7 h 80"/>
                      <a:gd name="T2" fmla="*/ 2 w 22"/>
                      <a:gd name="T3" fmla="*/ 6 h 80"/>
                      <a:gd name="T4" fmla="*/ 1 w 22"/>
                      <a:gd name="T5" fmla="*/ 1 h 80"/>
                      <a:gd name="T6" fmla="*/ 1 w 22"/>
                      <a:gd name="T7" fmla="*/ 0 h 80"/>
                      <a:gd name="T8" fmla="*/ 1 w 22"/>
                      <a:gd name="T9" fmla="*/ 0 h 80"/>
                      <a:gd name="T10" fmla="*/ 1 w 22"/>
                      <a:gd name="T11" fmla="*/ 2 h 80"/>
                      <a:gd name="T12" fmla="*/ 0 w 22"/>
                      <a:gd name="T13" fmla="*/ 2 h 80"/>
                      <a:gd name="T14" fmla="*/ 1 w 22"/>
                      <a:gd name="T15" fmla="*/ 4 h 80"/>
                      <a:gd name="T16" fmla="*/ 1 w 22"/>
                      <a:gd name="T17" fmla="*/ 7 h 8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22"/>
                      <a:gd name="T28" fmla="*/ 0 h 80"/>
                      <a:gd name="T29" fmla="*/ 22 w 22"/>
                      <a:gd name="T30" fmla="*/ 80 h 8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22" h="80">
                        <a:moveTo>
                          <a:pt x="5" y="80"/>
                        </a:moveTo>
                        <a:lnTo>
                          <a:pt x="22" y="72"/>
                        </a:lnTo>
                        <a:lnTo>
                          <a:pt x="11" y="2"/>
                        </a:lnTo>
                        <a:lnTo>
                          <a:pt x="6" y="0"/>
                        </a:lnTo>
                        <a:lnTo>
                          <a:pt x="2" y="0"/>
                        </a:lnTo>
                        <a:lnTo>
                          <a:pt x="2" y="21"/>
                        </a:lnTo>
                        <a:lnTo>
                          <a:pt x="0" y="26"/>
                        </a:lnTo>
                        <a:lnTo>
                          <a:pt x="1" y="46"/>
                        </a:lnTo>
                        <a:lnTo>
                          <a:pt x="5" y="80"/>
                        </a:lnTo>
                        <a:close/>
                      </a:path>
                    </a:pathLst>
                  </a:custGeom>
                  <a:solidFill>
                    <a:srgbClr val="CCCC00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5" name="Group 254"/>
            <p:cNvGrpSpPr>
              <a:grpSpLocks noChangeAspect="1"/>
            </p:cNvGrpSpPr>
            <p:nvPr/>
          </p:nvGrpSpPr>
          <p:grpSpPr bwMode="auto">
            <a:xfrm flipH="1">
              <a:off x="6462713" y="5978525"/>
              <a:ext cx="587375" cy="285750"/>
              <a:chOff x="4241" y="2228"/>
              <a:chExt cx="150" cy="76"/>
            </a:xfrm>
          </p:grpSpPr>
          <p:sp>
            <p:nvSpPr>
              <p:cNvPr id="449" name="Line 255"/>
              <p:cNvSpPr>
                <a:spLocks noChangeAspect="1" noChangeShapeType="1"/>
              </p:cNvSpPr>
              <p:nvPr/>
            </p:nvSpPr>
            <p:spPr bwMode="auto">
              <a:xfrm>
                <a:off x="4324" y="2280"/>
                <a:ext cx="6" cy="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grpSp>
            <p:nvGrpSpPr>
              <p:cNvPr id="450" name="Group 256"/>
              <p:cNvGrpSpPr>
                <a:grpSpLocks noChangeAspect="1"/>
              </p:cNvGrpSpPr>
              <p:nvPr/>
            </p:nvGrpSpPr>
            <p:grpSpPr bwMode="auto">
              <a:xfrm>
                <a:off x="4267" y="2266"/>
                <a:ext cx="40" cy="38"/>
                <a:chOff x="315" y="251"/>
                <a:chExt cx="40" cy="38"/>
              </a:xfrm>
            </p:grpSpPr>
            <p:grpSp>
              <p:nvGrpSpPr>
                <p:cNvPr id="483" name="Group 257"/>
                <p:cNvGrpSpPr>
                  <a:grpSpLocks noChangeAspect="1"/>
                </p:cNvGrpSpPr>
                <p:nvPr/>
              </p:nvGrpSpPr>
              <p:grpSpPr bwMode="auto">
                <a:xfrm>
                  <a:off x="315" y="251"/>
                  <a:ext cx="40" cy="38"/>
                  <a:chOff x="315" y="250"/>
                  <a:chExt cx="40" cy="38"/>
                </a:xfrm>
              </p:grpSpPr>
              <p:sp>
                <p:nvSpPr>
                  <p:cNvPr id="486" name="Oval 258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15" y="250"/>
                    <a:ext cx="40" cy="38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87" name="AutoShape 259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15" y="250"/>
                    <a:ext cx="40" cy="38"/>
                  </a:xfrm>
                  <a:prstGeom prst="star16">
                    <a:avLst>
                      <a:gd name="adj" fmla="val 42500"/>
                    </a:avLst>
                  </a:prstGeom>
                  <a:solidFill>
                    <a:srgbClr val="FF99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  <p:sp>
              <p:nvSpPr>
                <p:cNvPr id="484" name="Oval 260"/>
                <p:cNvSpPr>
                  <a:spLocks noChangeAspect="1" noChangeArrowheads="1"/>
                </p:cNvSpPr>
                <p:nvPr/>
              </p:nvSpPr>
              <p:spPr bwMode="auto">
                <a:xfrm>
                  <a:off x="326" y="261"/>
                  <a:ext cx="17" cy="17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485" name="Oval 261"/>
                <p:cNvSpPr>
                  <a:spLocks noChangeAspect="1" noChangeArrowheads="1"/>
                </p:cNvSpPr>
                <p:nvPr/>
              </p:nvSpPr>
              <p:spPr bwMode="auto">
                <a:xfrm>
                  <a:off x="331" y="266"/>
                  <a:ext cx="7" cy="7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grpSp>
            <p:nvGrpSpPr>
              <p:cNvPr id="451" name="Group 262"/>
              <p:cNvGrpSpPr>
                <a:grpSpLocks noChangeAspect="1"/>
              </p:cNvGrpSpPr>
              <p:nvPr/>
            </p:nvGrpSpPr>
            <p:grpSpPr bwMode="auto">
              <a:xfrm>
                <a:off x="4340" y="2266"/>
                <a:ext cx="40" cy="38"/>
                <a:chOff x="315" y="251"/>
                <a:chExt cx="40" cy="38"/>
              </a:xfrm>
            </p:grpSpPr>
            <p:grpSp>
              <p:nvGrpSpPr>
                <p:cNvPr id="478" name="Group 263"/>
                <p:cNvGrpSpPr>
                  <a:grpSpLocks noChangeAspect="1"/>
                </p:cNvGrpSpPr>
                <p:nvPr/>
              </p:nvGrpSpPr>
              <p:grpSpPr bwMode="auto">
                <a:xfrm>
                  <a:off x="315" y="251"/>
                  <a:ext cx="40" cy="38"/>
                  <a:chOff x="315" y="250"/>
                  <a:chExt cx="40" cy="38"/>
                </a:xfrm>
              </p:grpSpPr>
              <p:sp>
                <p:nvSpPr>
                  <p:cNvPr id="481" name="Oval 264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15" y="250"/>
                    <a:ext cx="40" cy="38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82" name="AutoShape 265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15" y="250"/>
                    <a:ext cx="40" cy="38"/>
                  </a:xfrm>
                  <a:prstGeom prst="star16">
                    <a:avLst>
                      <a:gd name="adj" fmla="val 42500"/>
                    </a:avLst>
                  </a:prstGeom>
                  <a:solidFill>
                    <a:srgbClr val="FF99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  <p:sp>
              <p:nvSpPr>
                <p:cNvPr id="479" name="Oval 266"/>
                <p:cNvSpPr>
                  <a:spLocks noChangeAspect="1" noChangeArrowheads="1"/>
                </p:cNvSpPr>
                <p:nvPr/>
              </p:nvSpPr>
              <p:spPr bwMode="auto">
                <a:xfrm>
                  <a:off x="326" y="261"/>
                  <a:ext cx="17" cy="17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480" name="Oval 267"/>
                <p:cNvSpPr>
                  <a:spLocks noChangeAspect="1" noChangeArrowheads="1"/>
                </p:cNvSpPr>
                <p:nvPr/>
              </p:nvSpPr>
              <p:spPr bwMode="auto">
                <a:xfrm>
                  <a:off x="331" y="266"/>
                  <a:ext cx="7" cy="7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452" name="Line 268"/>
              <p:cNvSpPr>
                <a:spLocks noChangeAspect="1" noChangeShapeType="1"/>
              </p:cNvSpPr>
              <p:nvPr/>
            </p:nvSpPr>
            <p:spPr bwMode="auto">
              <a:xfrm flipH="1">
                <a:off x="4289" y="2266"/>
                <a:ext cx="7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53" name="Line 269"/>
              <p:cNvSpPr>
                <a:spLocks noChangeAspect="1" noChangeShapeType="1"/>
              </p:cNvSpPr>
              <p:nvPr/>
            </p:nvSpPr>
            <p:spPr bwMode="auto">
              <a:xfrm>
                <a:off x="4304" y="2276"/>
                <a:ext cx="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54" name="Rectangle 270"/>
              <p:cNvSpPr>
                <a:spLocks noChangeAspect="1" noChangeArrowheads="1"/>
              </p:cNvSpPr>
              <p:nvPr/>
            </p:nvSpPr>
            <p:spPr bwMode="auto">
              <a:xfrm>
                <a:off x="4309" y="2270"/>
                <a:ext cx="17" cy="12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55" name="Rectangle 271"/>
              <p:cNvSpPr>
                <a:spLocks noChangeAspect="1" noChangeArrowheads="1"/>
              </p:cNvSpPr>
              <p:nvPr/>
            </p:nvSpPr>
            <p:spPr bwMode="auto">
              <a:xfrm rot="1389246">
                <a:off x="4335" y="2260"/>
                <a:ext cx="6" cy="29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56" name="Oval 272"/>
              <p:cNvSpPr>
                <a:spLocks noChangeAspect="1" noChangeArrowheads="1"/>
              </p:cNvSpPr>
              <p:nvPr/>
            </p:nvSpPr>
            <p:spPr bwMode="auto">
              <a:xfrm>
                <a:off x="4329" y="2286"/>
                <a:ext cx="6" cy="6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57" name="Rectangle 273"/>
              <p:cNvSpPr>
                <a:spLocks noChangeAspect="1" noChangeArrowheads="1"/>
              </p:cNvSpPr>
              <p:nvPr/>
            </p:nvSpPr>
            <p:spPr bwMode="auto">
              <a:xfrm>
                <a:off x="4294" y="2262"/>
                <a:ext cx="3" cy="17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58" name="Rectangle 274"/>
              <p:cNvSpPr>
                <a:spLocks noChangeAspect="1" noChangeArrowheads="1"/>
              </p:cNvSpPr>
              <p:nvPr/>
            </p:nvSpPr>
            <p:spPr bwMode="auto">
              <a:xfrm rot="-5400000">
                <a:off x="4275" y="2247"/>
                <a:ext cx="3" cy="34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59" name="Freeform 275"/>
              <p:cNvSpPr>
                <a:spLocks noChangeAspect="1"/>
              </p:cNvSpPr>
              <p:nvPr/>
            </p:nvSpPr>
            <p:spPr bwMode="auto">
              <a:xfrm>
                <a:off x="4260" y="2262"/>
                <a:ext cx="7" cy="21"/>
              </a:xfrm>
              <a:custGeom>
                <a:avLst/>
                <a:gdLst>
                  <a:gd name="T0" fmla="*/ 0 w 7"/>
                  <a:gd name="T1" fmla="*/ 0 h 21"/>
                  <a:gd name="T2" fmla="*/ 0 w 7"/>
                  <a:gd name="T3" fmla="*/ 21 h 21"/>
                  <a:gd name="T4" fmla="*/ 7 w 7"/>
                  <a:gd name="T5" fmla="*/ 17 h 21"/>
                  <a:gd name="T6" fmla="*/ 3 w 7"/>
                  <a:gd name="T7" fmla="*/ 3 h 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"/>
                  <a:gd name="T13" fmla="*/ 0 h 21"/>
                  <a:gd name="T14" fmla="*/ 7 w 7"/>
                  <a:gd name="T15" fmla="*/ 21 h 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" h="21">
                    <a:moveTo>
                      <a:pt x="0" y="0"/>
                    </a:moveTo>
                    <a:lnTo>
                      <a:pt x="0" y="21"/>
                    </a:lnTo>
                    <a:lnTo>
                      <a:pt x="7" y="17"/>
                    </a:lnTo>
                    <a:lnTo>
                      <a:pt x="3" y="3"/>
                    </a:lnTo>
                  </a:path>
                </a:pathLst>
              </a:custGeom>
              <a:solidFill>
                <a:srgbClr val="FF99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60" name="Freeform 276"/>
              <p:cNvSpPr>
                <a:spLocks noChangeAspect="1"/>
              </p:cNvSpPr>
              <p:nvPr/>
            </p:nvSpPr>
            <p:spPr bwMode="auto">
              <a:xfrm>
                <a:off x="4241" y="2279"/>
                <a:ext cx="27" cy="11"/>
              </a:xfrm>
              <a:custGeom>
                <a:avLst/>
                <a:gdLst>
                  <a:gd name="T0" fmla="*/ 22 w 28"/>
                  <a:gd name="T1" fmla="*/ 0 h 11"/>
                  <a:gd name="T2" fmla="*/ 14 w 28"/>
                  <a:gd name="T3" fmla="*/ 7 h 11"/>
                  <a:gd name="T4" fmla="*/ 0 w 28"/>
                  <a:gd name="T5" fmla="*/ 7 h 11"/>
                  <a:gd name="T6" fmla="*/ 0 w 28"/>
                  <a:gd name="T7" fmla="*/ 11 h 11"/>
                  <a:gd name="T8" fmla="*/ 14 w 28"/>
                  <a:gd name="T9" fmla="*/ 11 h 11"/>
                  <a:gd name="T10" fmla="*/ 20 w 28"/>
                  <a:gd name="T11" fmla="*/ 6 h 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8"/>
                  <a:gd name="T19" fmla="*/ 0 h 11"/>
                  <a:gd name="T20" fmla="*/ 28 w 28"/>
                  <a:gd name="T21" fmla="*/ 11 h 1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8" h="11">
                    <a:moveTo>
                      <a:pt x="28" y="0"/>
                    </a:moveTo>
                    <a:lnTo>
                      <a:pt x="15" y="7"/>
                    </a:lnTo>
                    <a:lnTo>
                      <a:pt x="0" y="7"/>
                    </a:lnTo>
                    <a:lnTo>
                      <a:pt x="0" y="11"/>
                    </a:lnTo>
                    <a:lnTo>
                      <a:pt x="17" y="11"/>
                    </a:lnTo>
                    <a:lnTo>
                      <a:pt x="26" y="6"/>
                    </a:lnTo>
                  </a:path>
                </a:pathLst>
              </a:custGeom>
              <a:solidFill>
                <a:srgbClr val="FF99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61" name="Oval 277"/>
              <p:cNvSpPr>
                <a:spLocks noChangeAspect="1" noChangeArrowheads="1"/>
              </p:cNvSpPr>
              <p:nvPr/>
            </p:nvSpPr>
            <p:spPr bwMode="auto">
              <a:xfrm>
                <a:off x="4249" y="2266"/>
                <a:ext cx="10" cy="9"/>
              </a:xfrm>
              <a:prstGeom prst="ellipse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62" name="Rectangle 278"/>
              <p:cNvSpPr>
                <a:spLocks noChangeAspect="1" noChangeArrowheads="1"/>
              </p:cNvSpPr>
              <p:nvPr/>
            </p:nvSpPr>
            <p:spPr bwMode="auto">
              <a:xfrm rot="855002">
                <a:off x="4244" y="2262"/>
                <a:ext cx="3" cy="24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63" name="Line 279"/>
              <p:cNvSpPr>
                <a:spLocks noChangeAspect="1" noChangeShapeType="1"/>
              </p:cNvSpPr>
              <p:nvPr/>
            </p:nvSpPr>
            <p:spPr bwMode="auto">
              <a:xfrm flipH="1">
                <a:off x="4247" y="2262"/>
                <a:ext cx="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64" name="Freeform 280"/>
              <p:cNvSpPr>
                <a:spLocks noChangeAspect="1"/>
              </p:cNvSpPr>
              <p:nvPr/>
            </p:nvSpPr>
            <p:spPr bwMode="auto">
              <a:xfrm>
                <a:off x="4257" y="2236"/>
                <a:ext cx="37" cy="26"/>
              </a:xfrm>
              <a:custGeom>
                <a:avLst/>
                <a:gdLst>
                  <a:gd name="T0" fmla="*/ 37 w 37"/>
                  <a:gd name="T1" fmla="*/ 26 h 26"/>
                  <a:gd name="T2" fmla="*/ 29 w 37"/>
                  <a:gd name="T3" fmla="*/ 0 h 26"/>
                  <a:gd name="T4" fmla="*/ 2 w 37"/>
                  <a:gd name="T5" fmla="*/ 0 h 26"/>
                  <a:gd name="T6" fmla="*/ 0 w 37"/>
                  <a:gd name="T7" fmla="*/ 8 h 26"/>
                  <a:gd name="T8" fmla="*/ 0 w 37"/>
                  <a:gd name="T9" fmla="*/ 26 h 26"/>
                  <a:gd name="T10" fmla="*/ 37 w 37"/>
                  <a:gd name="T11" fmla="*/ 26 h 2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7"/>
                  <a:gd name="T19" fmla="*/ 0 h 26"/>
                  <a:gd name="T20" fmla="*/ 37 w 37"/>
                  <a:gd name="T21" fmla="*/ 26 h 2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7" h="26">
                    <a:moveTo>
                      <a:pt x="37" y="26"/>
                    </a:moveTo>
                    <a:lnTo>
                      <a:pt x="29" y="0"/>
                    </a:lnTo>
                    <a:lnTo>
                      <a:pt x="2" y="0"/>
                    </a:lnTo>
                    <a:lnTo>
                      <a:pt x="0" y="8"/>
                    </a:lnTo>
                    <a:lnTo>
                      <a:pt x="0" y="26"/>
                    </a:lnTo>
                    <a:lnTo>
                      <a:pt x="37" y="26"/>
                    </a:lnTo>
                    <a:close/>
                  </a:path>
                </a:pathLst>
              </a:custGeom>
              <a:solidFill>
                <a:srgbClr val="FF99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65" name="AutoShape 281"/>
              <p:cNvSpPr>
                <a:spLocks noChangeAspect="1" noChangeArrowheads="1"/>
              </p:cNvSpPr>
              <p:nvPr/>
            </p:nvSpPr>
            <p:spPr bwMode="auto">
              <a:xfrm flipV="1">
                <a:off x="4260" y="2238"/>
                <a:ext cx="26" cy="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2492 w 21600"/>
                  <a:gd name="T13" fmla="*/ 2700 h 21600"/>
                  <a:gd name="T14" fmla="*/ 19108 w 21600"/>
                  <a:gd name="T15" fmla="*/ 189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1661" y="21600"/>
                    </a:lnTo>
                    <a:lnTo>
                      <a:pt x="19939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99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66" name="Line 282"/>
              <p:cNvSpPr>
                <a:spLocks noChangeAspect="1" noChangeShapeType="1"/>
              </p:cNvSpPr>
              <p:nvPr/>
            </p:nvSpPr>
            <p:spPr bwMode="auto">
              <a:xfrm>
                <a:off x="4269" y="2238"/>
                <a:ext cx="0" cy="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67" name="Line 283"/>
              <p:cNvSpPr>
                <a:spLocks noChangeAspect="1" noChangeShapeType="1"/>
              </p:cNvSpPr>
              <p:nvPr/>
            </p:nvSpPr>
            <p:spPr bwMode="auto">
              <a:xfrm>
                <a:off x="4278" y="2238"/>
                <a:ext cx="0" cy="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68" name="Freeform 284"/>
              <p:cNvSpPr>
                <a:spLocks noChangeAspect="1"/>
              </p:cNvSpPr>
              <p:nvPr/>
            </p:nvSpPr>
            <p:spPr bwMode="auto">
              <a:xfrm>
                <a:off x="4244" y="2252"/>
                <a:ext cx="2" cy="19"/>
              </a:xfrm>
              <a:custGeom>
                <a:avLst/>
                <a:gdLst>
                  <a:gd name="T0" fmla="*/ 0 w 2"/>
                  <a:gd name="T1" fmla="*/ 19 h 19"/>
                  <a:gd name="T2" fmla="*/ 0 w 2"/>
                  <a:gd name="T3" fmla="*/ 0 h 19"/>
                  <a:gd name="T4" fmla="*/ 2 w 2"/>
                  <a:gd name="T5" fmla="*/ 0 h 19"/>
                  <a:gd name="T6" fmla="*/ 2 w 2"/>
                  <a:gd name="T7" fmla="*/ 13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"/>
                  <a:gd name="T13" fmla="*/ 0 h 19"/>
                  <a:gd name="T14" fmla="*/ 2 w 2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" h="19">
                    <a:moveTo>
                      <a:pt x="0" y="19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2" y="13"/>
                    </a:lnTo>
                  </a:path>
                </a:pathLst>
              </a:custGeom>
              <a:solidFill>
                <a:srgbClr val="FF99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69" name="Freeform 285"/>
              <p:cNvSpPr>
                <a:spLocks noChangeAspect="1"/>
              </p:cNvSpPr>
              <p:nvPr/>
            </p:nvSpPr>
            <p:spPr bwMode="auto">
              <a:xfrm>
                <a:off x="4246" y="2252"/>
                <a:ext cx="4" cy="10"/>
              </a:xfrm>
              <a:custGeom>
                <a:avLst/>
                <a:gdLst>
                  <a:gd name="T0" fmla="*/ 0 w 4"/>
                  <a:gd name="T1" fmla="*/ 0 h 10"/>
                  <a:gd name="T2" fmla="*/ 4 w 4"/>
                  <a:gd name="T3" fmla="*/ 0 h 10"/>
                  <a:gd name="T4" fmla="*/ 4 w 4"/>
                  <a:gd name="T5" fmla="*/ 10 h 10"/>
                  <a:gd name="T6" fmla="*/ 0 60000 65536"/>
                  <a:gd name="T7" fmla="*/ 0 60000 65536"/>
                  <a:gd name="T8" fmla="*/ 0 60000 65536"/>
                  <a:gd name="T9" fmla="*/ 0 w 4"/>
                  <a:gd name="T10" fmla="*/ 0 h 10"/>
                  <a:gd name="T11" fmla="*/ 4 w 4"/>
                  <a:gd name="T12" fmla="*/ 10 h 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" h="10">
                    <a:moveTo>
                      <a:pt x="0" y="0"/>
                    </a:moveTo>
                    <a:lnTo>
                      <a:pt x="4" y="0"/>
                    </a:lnTo>
                    <a:lnTo>
                      <a:pt x="4" y="10"/>
                    </a:lnTo>
                  </a:path>
                </a:pathLst>
              </a:custGeom>
              <a:solidFill>
                <a:srgbClr val="FF99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70" name="Line 286"/>
              <p:cNvSpPr>
                <a:spLocks noChangeAspect="1" noChangeShapeType="1"/>
              </p:cNvSpPr>
              <p:nvPr/>
            </p:nvSpPr>
            <p:spPr bwMode="auto">
              <a:xfrm>
                <a:off x="4246" y="2256"/>
                <a:ext cx="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71" name="Line 287"/>
              <p:cNvSpPr>
                <a:spLocks noChangeAspect="1" noChangeShapeType="1"/>
              </p:cNvSpPr>
              <p:nvPr/>
            </p:nvSpPr>
            <p:spPr bwMode="auto">
              <a:xfrm>
                <a:off x="4246" y="2260"/>
                <a:ext cx="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72" name="Line 288"/>
              <p:cNvSpPr>
                <a:spLocks noChangeAspect="1" noChangeShapeType="1"/>
              </p:cNvSpPr>
              <p:nvPr/>
            </p:nvSpPr>
            <p:spPr bwMode="auto">
              <a:xfrm>
                <a:off x="4250" y="2252"/>
                <a:ext cx="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73" name="Freeform 289"/>
              <p:cNvSpPr>
                <a:spLocks noChangeAspect="1"/>
              </p:cNvSpPr>
              <p:nvPr/>
            </p:nvSpPr>
            <p:spPr bwMode="auto">
              <a:xfrm>
                <a:off x="4244" y="2242"/>
                <a:ext cx="15" cy="10"/>
              </a:xfrm>
              <a:custGeom>
                <a:avLst/>
                <a:gdLst>
                  <a:gd name="T0" fmla="*/ 0 w 15"/>
                  <a:gd name="T1" fmla="*/ 10 h 10"/>
                  <a:gd name="T2" fmla="*/ 0 w 15"/>
                  <a:gd name="T3" fmla="*/ 0 h 10"/>
                  <a:gd name="T4" fmla="*/ 7 w 15"/>
                  <a:gd name="T5" fmla="*/ 0 h 10"/>
                  <a:gd name="T6" fmla="*/ 7 w 15"/>
                  <a:gd name="T7" fmla="*/ 10 h 10"/>
                  <a:gd name="T8" fmla="*/ 9 w 15"/>
                  <a:gd name="T9" fmla="*/ 10 h 10"/>
                  <a:gd name="T10" fmla="*/ 9 w 15"/>
                  <a:gd name="T11" fmla="*/ 0 h 10"/>
                  <a:gd name="T12" fmla="*/ 7 w 15"/>
                  <a:gd name="T13" fmla="*/ 0 h 10"/>
                  <a:gd name="T14" fmla="*/ 9 w 15"/>
                  <a:gd name="T15" fmla="*/ 0 h 10"/>
                  <a:gd name="T16" fmla="*/ 15 w 15"/>
                  <a:gd name="T17" fmla="*/ 3 h 10"/>
                  <a:gd name="T18" fmla="*/ 14 w 15"/>
                  <a:gd name="T19" fmla="*/ 7 h 10"/>
                  <a:gd name="T20" fmla="*/ 14 w 15"/>
                  <a:gd name="T21" fmla="*/ 10 h 10"/>
                  <a:gd name="T22" fmla="*/ 0 w 15"/>
                  <a:gd name="T23" fmla="*/ 10 h 1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5"/>
                  <a:gd name="T37" fmla="*/ 0 h 10"/>
                  <a:gd name="T38" fmla="*/ 15 w 15"/>
                  <a:gd name="T39" fmla="*/ 10 h 10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5" h="10">
                    <a:moveTo>
                      <a:pt x="0" y="10"/>
                    </a:moveTo>
                    <a:lnTo>
                      <a:pt x="0" y="0"/>
                    </a:lnTo>
                    <a:lnTo>
                      <a:pt x="7" y="0"/>
                    </a:lnTo>
                    <a:lnTo>
                      <a:pt x="7" y="10"/>
                    </a:lnTo>
                    <a:lnTo>
                      <a:pt x="9" y="10"/>
                    </a:lnTo>
                    <a:lnTo>
                      <a:pt x="9" y="0"/>
                    </a:lnTo>
                    <a:lnTo>
                      <a:pt x="7" y="0"/>
                    </a:lnTo>
                    <a:lnTo>
                      <a:pt x="9" y="0"/>
                    </a:lnTo>
                    <a:lnTo>
                      <a:pt x="15" y="3"/>
                    </a:lnTo>
                    <a:lnTo>
                      <a:pt x="14" y="7"/>
                    </a:lnTo>
                    <a:lnTo>
                      <a:pt x="14" y="1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FF99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74" name="Line 290"/>
              <p:cNvSpPr>
                <a:spLocks noChangeAspect="1" noChangeShapeType="1"/>
              </p:cNvSpPr>
              <p:nvPr/>
            </p:nvSpPr>
            <p:spPr bwMode="auto">
              <a:xfrm>
                <a:off x="4244" y="2246"/>
                <a:ext cx="1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grpSp>
            <p:nvGrpSpPr>
              <p:cNvPr id="475" name="Group 291"/>
              <p:cNvGrpSpPr>
                <a:grpSpLocks noChangeAspect="1"/>
              </p:cNvGrpSpPr>
              <p:nvPr/>
            </p:nvGrpSpPr>
            <p:grpSpPr bwMode="auto">
              <a:xfrm>
                <a:off x="4247" y="2228"/>
                <a:ext cx="144" cy="38"/>
                <a:chOff x="289" y="198"/>
                <a:chExt cx="168" cy="52"/>
              </a:xfrm>
            </p:grpSpPr>
            <p:sp>
              <p:nvSpPr>
                <p:cNvPr id="476" name="Freeform 292"/>
                <p:cNvSpPr>
                  <a:spLocks noChangeAspect="1"/>
                </p:cNvSpPr>
                <p:nvPr/>
              </p:nvSpPr>
              <p:spPr bwMode="auto">
                <a:xfrm>
                  <a:off x="342" y="244"/>
                  <a:ext cx="96" cy="6"/>
                </a:xfrm>
                <a:custGeom>
                  <a:avLst/>
                  <a:gdLst>
                    <a:gd name="T0" fmla="*/ 0 w 104"/>
                    <a:gd name="T1" fmla="*/ 0 h 6"/>
                    <a:gd name="T2" fmla="*/ 0 w 104"/>
                    <a:gd name="T3" fmla="*/ 6 h 6"/>
                    <a:gd name="T4" fmla="*/ 53 w 104"/>
                    <a:gd name="T5" fmla="*/ 6 h 6"/>
                    <a:gd name="T6" fmla="*/ 65 w 104"/>
                    <a:gd name="T7" fmla="*/ 0 h 6"/>
                    <a:gd name="T8" fmla="*/ 0 w 104"/>
                    <a:gd name="T9" fmla="*/ 0 h 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4"/>
                    <a:gd name="T16" fmla="*/ 0 h 6"/>
                    <a:gd name="T17" fmla="*/ 104 w 104"/>
                    <a:gd name="T18" fmla="*/ 6 h 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4" h="6">
                      <a:moveTo>
                        <a:pt x="0" y="0"/>
                      </a:moveTo>
                      <a:lnTo>
                        <a:pt x="0" y="6"/>
                      </a:lnTo>
                      <a:lnTo>
                        <a:pt x="86" y="6"/>
                      </a:lnTo>
                      <a:lnTo>
                        <a:pt x="1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477" name="Freeform 293"/>
                <p:cNvSpPr>
                  <a:spLocks noChangeAspect="1"/>
                </p:cNvSpPr>
                <p:nvPr/>
              </p:nvSpPr>
              <p:spPr bwMode="auto">
                <a:xfrm>
                  <a:off x="289" y="198"/>
                  <a:ext cx="168" cy="46"/>
                </a:xfrm>
                <a:custGeom>
                  <a:avLst/>
                  <a:gdLst>
                    <a:gd name="T0" fmla="*/ 53 w 168"/>
                    <a:gd name="T1" fmla="*/ 56 h 44"/>
                    <a:gd name="T2" fmla="*/ 163 w 168"/>
                    <a:gd name="T3" fmla="*/ 56 h 44"/>
                    <a:gd name="T4" fmla="*/ 168 w 168"/>
                    <a:gd name="T5" fmla="*/ 23 h 44"/>
                    <a:gd name="T6" fmla="*/ 82 w 168"/>
                    <a:gd name="T7" fmla="*/ 23 h 44"/>
                    <a:gd name="T8" fmla="*/ 68 w 168"/>
                    <a:gd name="T9" fmla="*/ 0 h 44"/>
                    <a:gd name="T10" fmla="*/ 0 w 168"/>
                    <a:gd name="T11" fmla="*/ 0 h 44"/>
                    <a:gd name="T12" fmla="*/ 26 w 168"/>
                    <a:gd name="T13" fmla="*/ 3 h 44"/>
                    <a:gd name="T14" fmla="*/ 46 w 168"/>
                    <a:gd name="T15" fmla="*/ 18 h 44"/>
                    <a:gd name="T16" fmla="*/ 53 w 168"/>
                    <a:gd name="T17" fmla="*/ 56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68"/>
                    <a:gd name="T28" fmla="*/ 0 h 44"/>
                    <a:gd name="T29" fmla="*/ 168 w 168"/>
                    <a:gd name="T30" fmla="*/ 44 h 44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68" h="44">
                      <a:moveTo>
                        <a:pt x="53" y="44"/>
                      </a:moveTo>
                      <a:lnTo>
                        <a:pt x="163" y="44"/>
                      </a:lnTo>
                      <a:lnTo>
                        <a:pt x="168" y="17"/>
                      </a:lnTo>
                      <a:lnTo>
                        <a:pt x="82" y="17"/>
                      </a:lnTo>
                      <a:lnTo>
                        <a:pt x="68" y="0"/>
                      </a:lnTo>
                      <a:lnTo>
                        <a:pt x="0" y="0"/>
                      </a:lnTo>
                      <a:lnTo>
                        <a:pt x="26" y="3"/>
                      </a:lnTo>
                      <a:lnTo>
                        <a:pt x="46" y="12"/>
                      </a:lnTo>
                      <a:lnTo>
                        <a:pt x="53" y="44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</p:grpSp>
        <p:sp>
          <p:nvSpPr>
            <p:cNvPr id="46" name="Freeform 294"/>
            <p:cNvSpPr>
              <a:spLocks/>
            </p:cNvSpPr>
            <p:nvPr/>
          </p:nvSpPr>
          <p:spPr bwMode="auto">
            <a:xfrm>
              <a:off x="6769100" y="6296025"/>
              <a:ext cx="1938338" cy="360363"/>
            </a:xfrm>
            <a:custGeom>
              <a:avLst/>
              <a:gdLst>
                <a:gd name="T0" fmla="*/ 2147483647 w 430"/>
                <a:gd name="T1" fmla="*/ 2147483647 h 117"/>
                <a:gd name="T2" fmla="*/ 2147483647 w 430"/>
                <a:gd name="T3" fmla="*/ 2147483647 h 117"/>
                <a:gd name="T4" fmla="*/ 2147483647 w 430"/>
                <a:gd name="T5" fmla="*/ 2147483647 h 117"/>
                <a:gd name="T6" fmla="*/ 2147483647 w 430"/>
                <a:gd name="T7" fmla="*/ 2147483647 h 117"/>
                <a:gd name="T8" fmla="*/ 2147483647 w 430"/>
                <a:gd name="T9" fmla="*/ 2147483647 h 117"/>
                <a:gd name="T10" fmla="*/ 2147483647 w 430"/>
                <a:gd name="T11" fmla="*/ 0 h 117"/>
                <a:gd name="T12" fmla="*/ 2147483647 w 430"/>
                <a:gd name="T13" fmla="*/ 2147483647 h 117"/>
                <a:gd name="T14" fmla="*/ 2147483647 w 430"/>
                <a:gd name="T15" fmla="*/ 2147483647 h 117"/>
                <a:gd name="T16" fmla="*/ 2147483647 w 430"/>
                <a:gd name="T17" fmla="*/ 2147483647 h 117"/>
                <a:gd name="T18" fmla="*/ 2147483647 w 430"/>
                <a:gd name="T19" fmla="*/ 2147483647 h 117"/>
                <a:gd name="T20" fmla="*/ 2147483647 w 430"/>
                <a:gd name="T21" fmla="*/ 2147483647 h 117"/>
                <a:gd name="T22" fmla="*/ 2147483647 w 430"/>
                <a:gd name="T23" fmla="*/ 2147483647 h 117"/>
                <a:gd name="T24" fmla="*/ 2147483647 w 430"/>
                <a:gd name="T25" fmla="*/ 2147483647 h 117"/>
                <a:gd name="T26" fmla="*/ 2147483647 w 430"/>
                <a:gd name="T27" fmla="*/ 2147483647 h 117"/>
                <a:gd name="T28" fmla="*/ 2147483647 w 430"/>
                <a:gd name="T29" fmla="*/ 2147483647 h 117"/>
                <a:gd name="T30" fmla="*/ 2147483647 w 430"/>
                <a:gd name="T31" fmla="*/ 2147483647 h 117"/>
                <a:gd name="T32" fmla="*/ 2147483647 w 430"/>
                <a:gd name="T33" fmla="*/ 2147483647 h 117"/>
                <a:gd name="T34" fmla="*/ 2147483647 w 430"/>
                <a:gd name="T35" fmla="*/ 2147483647 h 117"/>
                <a:gd name="T36" fmla="*/ 2147483647 w 430"/>
                <a:gd name="T37" fmla="*/ 2147483647 h 117"/>
                <a:gd name="T38" fmla="*/ 0 w 430"/>
                <a:gd name="T39" fmla="*/ 2147483647 h 117"/>
                <a:gd name="T40" fmla="*/ 2147483647 w 430"/>
                <a:gd name="T41" fmla="*/ 2147483647 h 11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30"/>
                <a:gd name="T64" fmla="*/ 0 h 117"/>
                <a:gd name="T65" fmla="*/ 430 w 430"/>
                <a:gd name="T66" fmla="*/ 117 h 11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30" h="117">
                  <a:moveTo>
                    <a:pt x="27" y="49"/>
                  </a:moveTo>
                  <a:cubicBezTo>
                    <a:pt x="37" y="48"/>
                    <a:pt x="47" y="47"/>
                    <a:pt x="57" y="46"/>
                  </a:cubicBezTo>
                  <a:cubicBezTo>
                    <a:pt x="62" y="44"/>
                    <a:pt x="68" y="44"/>
                    <a:pt x="72" y="41"/>
                  </a:cubicBezTo>
                  <a:cubicBezTo>
                    <a:pt x="76" y="37"/>
                    <a:pt x="78" y="28"/>
                    <a:pt x="83" y="26"/>
                  </a:cubicBezTo>
                  <a:cubicBezTo>
                    <a:pt x="103" y="16"/>
                    <a:pt x="125" y="14"/>
                    <a:pt x="147" y="12"/>
                  </a:cubicBezTo>
                  <a:cubicBezTo>
                    <a:pt x="162" y="7"/>
                    <a:pt x="176" y="3"/>
                    <a:pt x="193" y="0"/>
                  </a:cubicBezTo>
                  <a:cubicBezTo>
                    <a:pt x="238" y="1"/>
                    <a:pt x="271" y="5"/>
                    <a:pt x="315" y="6"/>
                  </a:cubicBezTo>
                  <a:cubicBezTo>
                    <a:pt x="323" y="7"/>
                    <a:pt x="329" y="11"/>
                    <a:pt x="336" y="12"/>
                  </a:cubicBezTo>
                  <a:cubicBezTo>
                    <a:pt x="356" y="22"/>
                    <a:pt x="372" y="36"/>
                    <a:pt x="388" y="52"/>
                  </a:cubicBezTo>
                  <a:cubicBezTo>
                    <a:pt x="397" y="72"/>
                    <a:pt x="394" y="68"/>
                    <a:pt x="422" y="69"/>
                  </a:cubicBezTo>
                  <a:cubicBezTo>
                    <a:pt x="430" y="70"/>
                    <a:pt x="428" y="70"/>
                    <a:pt x="430" y="77"/>
                  </a:cubicBezTo>
                  <a:cubicBezTo>
                    <a:pt x="427" y="104"/>
                    <a:pt x="385" y="102"/>
                    <a:pt x="364" y="103"/>
                  </a:cubicBezTo>
                  <a:cubicBezTo>
                    <a:pt x="355" y="105"/>
                    <a:pt x="346" y="106"/>
                    <a:pt x="337" y="107"/>
                  </a:cubicBezTo>
                  <a:cubicBezTo>
                    <a:pt x="323" y="114"/>
                    <a:pt x="274" y="111"/>
                    <a:pt x="270" y="111"/>
                  </a:cubicBezTo>
                  <a:cubicBezTo>
                    <a:pt x="265" y="112"/>
                    <a:pt x="263" y="114"/>
                    <a:pt x="259" y="117"/>
                  </a:cubicBezTo>
                  <a:cubicBezTo>
                    <a:pt x="214" y="116"/>
                    <a:pt x="173" y="107"/>
                    <a:pt x="127" y="106"/>
                  </a:cubicBezTo>
                  <a:cubicBezTo>
                    <a:pt x="107" y="86"/>
                    <a:pt x="113" y="96"/>
                    <a:pt x="66" y="95"/>
                  </a:cubicBezTo>
                  <a:cubicBezTo>
                    <a:pt x="41" y="93"/>
                    <a:pt x="60" y="92"/>
                    <a:pt x="48" y="86"/>
                  </a:cubicBezTo>
                  <a:cubicBezTo>
                    <a:pt x="35" y="80"/>
                    <a:pt x="22" y="76"/>
                    <a:pt x="8" y="74"/>
                  </a:cubicBezTo>
                  <a:cubicBezTo>
                    <a:pt x="5" y="72"/>
                    <a:pt x="0" y="66"/>
                    <a:pt x="0" y="66"/>
                  </a:cubicBezTo>
                  <a:cubicBezTo>
                    <a:pt x="3" y="47"/>
                    <a:pt x="7" y="49"/>
                    <a:pt x="27" y="49"/>
                  </a:cubicBezTo>
                  <a:close/>
                </a:path>
              </a:pathLst>
            </a:custGeom>
            <a:solidFill>
              <a:srgbClr val="333333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alt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47" name="Group 295"/>
            <p:cNvGrpSpPr>
              <a:grpSpLocks/>
            </p:cNvGrpSpPr>
            <p:nvPr/>
          </p:nvGrpSpPr>
          <p:grpSpPr bwMode="auto">
            <a:xfrm>
              <a:off x="455613" y="822325"/>
              <a:ext cx="631825" cy="296863"/>
              <a:chOff x="314" y="572"/>
              <a:chExt cx="398" cy="187"/>
            </a:xfrm>
          </p:grpSpPr>
          <p:sp>
            <p:nvSpPr>
              <p:cNvPr id="447" name="Line 296"/>
              <p:cNvSpPr>
                <a:spLocks noChangeShapeType="1"/>
              </p:cNvSpPr>
              <p:nvPr/>
            </p:nvSpPr>
            <p:spPr bwMode="auto">
              <a:xfrm flipV="1">
                <a:off x="621" y="572"/>
                <a:ext cx="91" cy="187"/>
              </a:xfrm>
              <a:prstGeom prst="line">
                <a:avLst/>
              </a:prstGeom>
              <a:noFill/>
              <a:ln w="38100">
                <a:solidFill>
                  <a:srgbClr val="99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48" name="Line 297"/>
              <p:cNvSpPr>
                <a:spLocks noChangeShapeType="1"/>
              </p:cNvSpPr>
              <p:nvPr/>
            </p:nvSpPr>
            <p:spPr bwMode="auto">
              <a:xfrm flipH="1">
                <a:off x="314" y="754"/>
                <a:ext cx="317" cy="0"/>
              </a:xfrm>
              <a:prstGeom prst="line">
                <a:avLst/>
              </a:prstGeom>
              <a:noFill/>
              <a:ln w="38100">
                <a:solidFill>
                  <a:srgbClr val="99CC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48" name="Group 298"/>
            <p:cNvGrpSpPr>
              <a:grpSpLocks/>
            </p:cNvGrpSpPr>
            <p:nvPr/>
          </p:nvGrpSpPr>
          <p:grpSpPr bwMode="auto">
            <a:xfrm>
              <a:off x="1522413" y="2166938"/>
              <a:ext cx="433387" cy="360362"/>
              <a:chOff x="611" y="1318"/>
              <a:chExt cx="75" cy="65"/>
            </a:xfrm>
          </p:grpSpPr>
          <p:sp>
            <p:nvSpPr>
              <p:cNvPr id="433" name="Oval 299"/>
              <p:cNvSpPr>
                <a:spLocks noChangeArrowheads="1"/>
              </p:cNvSpPr>
              <p:nvPr/>
            </p:nvSpPr>
            <p:spPr bwMode="auto">
              <a:xfrm flipH="1">
                <a:off x="618" y="1318"/>
                <a:ext cx="48" cy="48"/>
              </a:xfrm>
              <a:prstGeom prst="ellipse">
                <a:avLst/>
              </a:pr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34" name="Oval 300"/>
              <p:cNvSpPr>
                <a:spLocks noChangeArrowheads="1"/>
              </p:cNvSpPr>
              <p:nvPr/>
            </p:nvSpPr>
            <p:spPr bwMode="auto">
              <a:xfrm flipH="1">
                <a:off x="621" y="1320"/>
                <a:ext cx="43" cy="43"/>
              </a:xfrm>
              <a:prstGeom prst="ellipse">
                <a:avLst/>
              </a:pr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35" name="Dibujo 48"/>
              <p:cNvSpPr>
                <a:spLocks/>
              </p:cNvSpPr>
              <p:nvPr/>
            </p:nvSpPr>
            <p:spPr bwMode="auto">
              <a:xfrm>
                <a:off x="616" y="1348"/>
                <a:ext cx="53" cy="24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w 16384"/>
                  <a:gd name="T11" fmla="*/ 0 h 16384"/>
                  <a:gd name="T12" fmla="*/ 0 w 16384"/>
                  <a:gd name="T13" fmla="*/ 0 h 163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6384"/>
                  <a:gd name="T22" fmla="*/ 0 h 16384"/>
                  <a:gd name="T23" fmla="*/ 16384 w 16384"/>
                  <a:gd name="T24" fmla="*/ 16384 h 1638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6384" h="16384">
                    <a:moveTo>
                      <a:pt x="0" y="0"/>
                    </a:moveTo>
                    <a:lnTo>
                      <a:pt x="16384" y="0"/>
                    </a:lnTo>
                    <a:lnTo>
                      <a:pt x="16384" y="10426"/>
                    </a:lnTo>
                    <a:lnTo>
                      <a:pt x="13247" y="16384"/>
                    </a:lnTo>
                    <a:lnTo>
                      <a:pt x="3137" y="16384"/>
                    </a:lnTo>
                    <a:lnTo>
                      <a:pt x="0" y="1042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36" name="Dibujo 49"/>
              <p:cNvSpPr>
                <a:spLocks/>
              </p:cNvSpPr>
              <p:nvPr/>
            </p:nvSpPr>
            <p:spPr bwMode="auto">
              <a:xfrm>
                <a:off x="611" y="1344"/>
                <a:ext cx="63" cy="4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384"/>
                  <a:gd name="T16" fmla="*/ 0 h 16384"/>
                  <a:gd name="T17" fmla="*/ 16384 w 16384"/>
                  <a:gd name="T18" fmla="*/ 16384 h 16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384" h="16384">
                    <a:moveTo>
                      <a:pt x="0" y="0"/>
                    </a:moveTo>
                    <a:lnTo>
                      <a:pt x="0" y="16384"/>
                    </a:lnTo>
                    <a:lnTo>
                      <a:pt x="16384" y="16384"/>
                    </a:lnTo>
                    <a:lnTo>
                      <a:pt x="1638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37" name="Dibujo 50"/>
              <p:cNvSpPr>
                <a:spLocks/>
              </p:cNvSpPr>
              <p:nvPr/>
            </p:nvSpPr>
            <p:spPr bwMode="auto">
              <a:xfrm>
                <a:off x="611" y="1348"/>
                <a:ext cx="5" cy="35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384"/>
                  <a:gd name="T16" fmla="*/ 0 h 16384"/>
                  <a:gd name="T17" fmla="*/ 16384 w 16384"/>
                  <a:gd name="T18" fmla="*/ 16384 h 16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384" h="16384">
                    <a:moveTo>
                      <a:pt x="0" y="0"/>
                    </a:moveTo>
                    <a:lnTo>
                      <a:pt x="0" y="16384"/>
                    </a:lnTo>
                    <a:lnTo>
                      <a:pt x="16384" y="16384"/>
                    </a:lnTo>
                    <a:lnTo>
                      <a:pt x="1638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38" name="Dibujo 51"/>
              <p:cNvSpPr>
                <a:spLocks/>
              </p:cNvSpPr>
              <p:nvPr/>
            </p:nvSpPr>
            <p:spPr bwMode="auto">
              <a:xfrm>
                <a:off x="669" y="1348"/>
                <a:ext cx="5" cy="35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384"/>
                  <a:gd name="T16" fmla="*/ 0 h 16384"/>
                  <a:gd name="T17" fmla="*/ 16384 w 16384"/>
                  <a:gd name="T18" fmla="*/ 16384 h 16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384" h="16384">
                    <a:moveTo>
                      <a:pt x="0" y="0"/>
                    </a:moveTo>
                    <a:lnTo>
                      <a:pt x="0" y="16384"/>
                    </a:lnTo>
                    <a:lnTo>
                      <a:pt x="16384" y="16384"/>
                    </a:lnTo>
                    <a:lnTo>
                      <a:pt x="1638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grpSp>
            <p:nvGrpSpPr>
              <p:cNvPr id="439" name="Group 305"/>
              <p:cNvGrpSpPr>
                <a:grpSpLocks/>
              </p:cNvGrpSpPr>
              <p:nvPr/>
            </p:nvGrpSpPr>
            <p:grpSpPr bwMode="auto">
              <a:xfrm>
                <a:off x="627" y="1365"/>
                <a:ext cx="14" cy="13"/>
                <a:chOff x="256" y="599"/>
                <a:chExt cx="8" cy="7"/>
              </a:xfrm>
            </p:grpSpPr>
            <p:sp>
              <p:nvSpPr>
                <p:cNvPr id="445" name="Dibujo 52"/>
                <p:cNvSpPr>
                  <a:spLocks/>
                </p:cNvSpPr>
                <p:nvPr/>
              </p:nvSpPr>
              <p:spPr bwMode="auto">
                <a:xfrm>
                  <a:off x="256" y="599"/>
                  <a:ext cx="8" cy="7"/>
                </a:xfrm>
                <a:custGeom>
                  <a:avLst/>
                  <a:gdLst>
                    <a:gd name="T0" fmla="*/ 0 w 16384"/>
                    <a:gd name="T1" fmla="*/ 0 h 16384"/>
                    <a:gd name="T2" fmla="*/ 0 w 16384"/>
                    <a:gd name="T3" fmla="*/ 0 h 16384"/>
                    <a:gd name="T4" fmla="*/ 0 w 16384"/>
                    <a:gd name="T5" fmla="*/ 0 h 16384"/>
                    <a:gd name="T6" fmla="*/ 0 w 16384"/>
                    <a:gd name="T7" fmla="*/ 0 h 16384"/>
                    <a:gd name="T8" fmla="*/ 0 w 16384"/>
                    <a:gd name="T9" fmla="*/ 0 h 16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384"/>
                    <a:gd name="T16" fmla="*/ 0 h 16384"/>
                    <a:gd name="T17" fmla="*/ 16384 w 16384"/>
                    <a:gd name="T18" fmla="*/ 16384 h 163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384" h="16384">
                      <a:moveTo>
                        <a:pt x="0" y="0"/>
                      </a:moveTo>
                      <a:lnTo>
                        <a:pt x="0" y="16384"/>
                      </a:lnTo>
                      <a:lnTo>
                        <a:pt x="16384" y="16384"/>
                      </a:lnTo>
                      <a:lnTo>
                        <a:pt x="1638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C5C5C"/>
                    </a:gs>
                    <a:gs pos="50000">
                      <a:srgbClr val="FFFFFF"/>
                    </a:gs>
                    <a:gs pos="100000">
                      <a:srgbClr val="5C5C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446" name="Dibujo 53"/>
                <p:cNvSpPr>
                  <a:spLocks/>
                </p:cNvSpPr>
                <p:nvPr/>
              </p:nvSpPr>
              <p:spPr bwMode="auto">
                <a:xfrm>
                  <a:off x="256" y="599"/>
                  <a:ext cx="8" cy="3"/>
                </a:xfrm>
                <a:custGeom>
                  <a:avLst/>
                  <a:gdLst>
                    <a:gd name="T0" fmla="*/ 0 w 16384"/>
                    <a:gd name="T1" fmla="*/ 0 h 16384"/>
                    <a:gd name="T2" fmla="*/ 0 w 16384"/>
                    <a:gd name="T3" fmla="*/ 0 h 16384"/>
                    <a:gd name="T4" fmla="*/ 0 w 16384"/>
                    <a:gd name="T5" fmla="*/ 0 h 16384"/>
                    <a:gd name="T6" fmla="*/ 0 w 16384"/>
                    <a:gd name="T7" fmla="*/ 0 h 16384"/>
                    <a:gd name="T8" fmla="*/ 0 w 16384"/>
                    <a:gd name="T9" fmla="*/ 0 h 16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384"/>
                    <a:gd name="T16" fmla="*/ 0 h 16384"/>
                    <a:gd name="T17" fmla="*/ 16384 w 16384"/>
                    <a:gd name="T18" fmla="*/ 16384 h 163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384" h="16384">
                      <a:moveTo>
                        <a:pt x="0" y="0"/>
                      </a:moveTo>
                      <a:lnTo>
                        <a:pt x="0" y="16384"/>
                      </a:lnTo>
                      <a:lnTo>
                        <a:pt x="16384" y="16384"/>
                      </a:lnTo>
                      <a:lnTo>
                        <a:pt x="1638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C5C5C"/>
                    </a:gs>
                    <a:gs pos="50000">
                      <a:srgbClr val="FFFFFF"/>
                    </a:gs>
                    <a:gs pos="100000">
                      <a:srgbClr val="5C5C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440" name="Dibujo 56"/>
              <p:cNvSpPr>
                <a:spLocks/>
              </p:cNvSpPr>
              <p:nvPr/>
            </p:nvSpPr>
            <p:spPr bwMode="auto">
              <a:xfrm>
                <a:off x="632" y="1344"/>
                <a:ext cx="23" cy="4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384"/>
                  <a:gd name="T16" fmla="*/ 0 h 16384"/>
                  <a:gd name="T17" fmla="*/ 16384 w 16384"/>
                  <a:gd name="T18" fmla="*/ 16384 h 163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384" h="16384">
                    <a:moveTo>
                      <a:pt x="0" y="0"/>
                    </a:moveTo>
                    <a:lnTo>
                      <a:pt x="0" y="16384"/>
                    </a:lnTo>
                    <a:lnTo>
                      <a:pt x="16384" y="16384"/>
                    </a:lnTo>
                    <a:lnTo>
                      <a:pt x="16384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41" name="Dibujo 57"/>
              <p:cNvSpPr>
                <a:spLocks/>
              </p:cNvSpPr>
              <p:nvPr/>
            </p:nvSpPr>
            <p:spPr bwMode="auto">
              <a:xfrm>
                <a:off x="637" y="1336"/>
                <a:ext cx="11" cy="10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w 16384"/>
                  <a:gd name="T11" fmla="*/ 0 h 16384"/>
                  <a:gd name="T12" fmla="*/ 0 w 16384"/>
                  <a:gd name="T13" fmla="*/ 0 h 16384"/>
                  <a:gd name="T14" fmla="*/ 0 w 16384"/>
                  <a:gd name="T15" fmla="*/ 0 h 16384"/>
                  <a:gd name="T16" fmla="*/ 0 w 16384"/>
                  <a:gd name="T17" fmla="*/ 0 h 16384"/>
                  <a:gd name="T18" fmla="*/ 0 w 16384"/>
                  <a:gd name="T19" fmla="*/ 0 h 16384"/>
                  <a:gd name="T20" fmla="*/ 0 w 16384"/>
                  <a:gd name="T21" fmla="*/ 0 h 16384"/>
                  <a:gd name="T22" fmla="*/ 0 w 16384"/>
                  <a:gd name="T23" fmla="*/ 0 h 16384"/>
                  <a:gd name="T24" fmla="*/ 0 w 16384"/>
                  <a:gd name="T25" fmla="*/ 0 h 16384"/>
                  <a:gd name="T26" fmla="*/ 0 w 16384"/>
                  <a:gd name="T27" fmla="*/ 0 h 1638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6384"/>
                  <a:gd name="T43" fmla="*/ 0 h 16384"/>
                  <a:gd name="T44" fmla="*/ 16384 w 16384"/>
                  <a:gd name="T45" fmla="*/ 16384 h 1638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6384" h="16384">
                    <a:moveTo>
                      <a:pt x="8192" y="0"/>
                    </a:moveTo>
                    <a:lnTo>
                      <a:pt x="3667" y="0"/>
                    </a:lnTo>
                    <a:lnTo>
                      <a:pt x="0" y="3667"/>
                    </a:lnTo>
                    <a:lnTo>
                      <a:pt x="0" y="8192"/>
                    </a:lnTo>
                    <a:lnTo>
                      <a:pt x="0" y="12717"/>
                    </a:lnTo>
                    <a:lnTo>
                      <a:pt x="3667" y="16384"/>
                    </a:lnTo>
                    <a:lnTo>
                      <a:pt x="8192" y="16384"/>
                    </a:lnTo>
                    <a:lnTo>
                      <a:pt x="12717" y="16384"/>
                    </a:lnTo>
                    <a:lnTo>
                      <a:pt x="16384" y="12717"/>
                    </a:lnTo>
                    <a:lnTo>
                      <a:pt x="16384" y="8192"/>
                    </a:lnTo>
                    <a:lnTo>
                      <a:pt x="16384" y="3667"/>
                    </a:lnTo>
                    <a:lnTo>
                      <a:pt x="12717" y="0"/>
                    </a:lnTo>
                    <a:lnTo>
                      <a:pt x="819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42" name="Dibujo 58"/>
              <p:cNvSpPr>
                <a:spLocks/>
              </p:cNvSpPr>
              <p:nvPr/>
            </p:nvSpPr>
            <p:spPr bwMode="auto">
              <a:xfrm>
                <a:off x="637" y="1337"/>
                <a:ext cx="11" cy="7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w 16384"/>
                  <a:gd name="T11" fmla="*/ 0 h 16384"/>
                  <a:gd name="T12" fmla="*/ 0 w 16384"/>
                  <a:gd name="T13" fmla="*/ 0 h 16384"/>
                  <a:gd name="T14" fmla="*/ 0 w 16384"/>
                  <a:gd name="T15" fmla="*/ 0 h 16384"/>
                  <a:gd name="T16" fmla="*/ 0 w 16384"/>
                  <a:gd name="T17" fmla="*/ 0 h 16384"/>
                  <a:gd name="T18" fmla="*/ 0 w 16384"/>
                  <a:gd name="T19" fmla="*/ 0 h 16384"/>
                  <a:gd name="T20" fmla="*/ 0 w 16384"/>
                  <a:gd name="T21" fmla="*/ 0 h 16384"/>
                  <a:gd name="T22" fmla="*/ 0 w 16384"/>
                  <a:gd name="T23" fmla="*/ 0 h 16384"/>
                  <a:gd name="T24" fmla="*/ 0 w 16384"/>
                  <a:gd name="T25" fmla="*/ 0 h 16384"/>
                  <a:gd name="T26" fmla="*/ 0 w 16384"/>
                  <a:gd name="T27" fmla="*/ 0 h 1638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6384"/>
                  <a:gd name="T43" fmla="*/ 0 h 16384"/>
                  <a:gd name="T44" fmla="*/ 16384 w 16384"/>
                  <a:gd name="T45" fmla="*/ 16384 h 1638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6384" h="16384">
                    <a:moveTo>
                      <a:pt x="8192" y="0"/>
                    </a:moveTo>
                    <a:lnTo>
                      <a:pt x="3667" y="0"/>
                    </a:lnTo>
                    <a:lnTo>
                      <a:pt x="0" y="3667"/>
                    </a:lnTo>
                    <a:lnTo>
                      <a:pt x="0" y="8192"/>
                    </a:lnTo>
                    <a:lnTo>
                      <a:pt x="0" y="12717"/>
                    </a:lnTo>
                    <a:lnTo>
                      <a:pt x="3667" y="16384"/>
                    </a:lnTo>
                    <a:lnTo>
                      <a:pt x="8192" y="16384"/>
                    </a:lnTo>
                    <a:lnTo>
                      <a:pt x="12717" y="16384"/>
                    </a:lnTo>
                    <a:lnTo>
                      <a:pt x="16384" y="12717"/>
                    </a:lnTo>
                    <a:lnTo>
                      <a:pt x="16384" y="8192"/>
                    </a:lnTo>
                    <a:lnTo>
                      <a:pt x="16384" y="3667"/>
                    </a:lnTo>
                    <a:lnTo>
                      <a:pt x="12717" y="0"/>
                    </a:lnTo>
                    <a:lnTo>
                      <a:pt x="819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43" name="Dibujo 63"/>
              <p:cNvSpPr>
                <a:spLocks/>
              </p:cNvSpPr>
              <p:nvPr/>
            </p:nvSpPr>
            <p:spPr bwMode="auto">
              <a:xfrm>
                <a:off x="641" y="1339"/>
                <a:ext cx="5" cy="5"/>
              </a:xfrm>
              <a:custGeom>
                <a:avLst/>
                <a:gdLst>
                  <a:gd name="T0" fmla="*/ 0 w 16384"/>
                  <a:gd name="T1" fmla="*/ 0 h 16384"/>
                  <a:gd name="T2" fmla="*/ 0 w 16384"/>
                  <a:gd name="T3" fmla="*/ 0 h 16384"/>
                  <a:gd name="T4" fmla="*/ 0 w 16384"/>
                  <a:gd name="T5" fmla="*/ 0 h 16384"/>
                  <a:gd name="T6" fmla="*/ 0 w 16384"/>
                  <a:gd name="T7" fmla="*/ 0 h 16384"/>
                  <a:gd name="T8" fmla="*/ 0 w 16384"/>
                  <a:gd name="T9" fmla="*/ 0 h 16384"/>
                  <a:gd name="T10" fmla="*/ 0 w 16384"/>
                  <a:gd name="T11" fmla="*/ 0 h 16384"/>
                  <a:gd name="T12" fmla="*/ 0 w 16384"/>
                  <a:gd name="T13" fmla="*/ 0 h 16384"/>
                  <a:gd name="T14" fmla="*/ 0 w 16384"/>
                  <a:gd name="T15" fmla="*/ 0 h 16384"/>
                  <a:gd name="T16" fmla="*/ 0 w 16384"/>
                  <a:gd name="T17" fmla="*/ 0 h 16384"/>
                  <a:gd name="T18" fmla="*/ 0 w 16384"/>
                  <a:gd name="T19" fmla="*/ 0 h 16384"/>
                  <a:gd name="T20" fmla="*/ 0 w 16384"/>
                  <a:gd name="T21" fmla="*/ 0 h 16384"/>
                  <a:gd name="T22" fmla="*/ 0 w 16384"/>
                  <a:gd name="T23" fmla="*/ 0 h 16384"/>
                  <a:gd name="T24" fmla="*/ 0 w 16384"/>
                  <a:gd name="T25" fmla="*/ 0 h 16384"/>
                  <a:gd name="T26" fmla="*/ 0 w 16384"/>
                  <a:gd name="T27" fmla="*/ 0 h 1638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6384"/>
                  <a:gd name="T43" fmla="*/ 0 h 16384"/>
                  <a:gd name="T44" fmla="*/ 16384 w 16384"/>
                  <a:gd name="T45" fmla="*/ 16384 h 1638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6384" h="16384">
                    <a:moveTo>
                      <a:pt x="8192" y="0"/>
                    </a:moveTo>
                    <a:lnTo>
                      <a:pt x="3667" y="0"/>
                    </a:lnTo>
                    <a:lnTo>
                      <a:pt x="0" y="3667"/>
                    </a:lnTo>
                    <a:lnTo>
                      <a:pt x="0" y="8192"/>
                    </a:lnTo>
                    <a:lnTo>
                      <a:pt x="0" y="12717"/>
                    </a:lnTo>
                    <a:lnTo>
                      <a:pt x="3667" y="16384"/>
                    </a:lnTo>
                    <a:lnTo>
                      <a:pt x="8192" y="16384"/>
                    </a:lnTo>
                    <a:lnTo>
                      <a:pt x="12717" y="16384"/>
                    </a:lnTo>
                    <a:lnTo>
                      <a:pt x="16384" y="12717"/>
                    </a:lnTo>
                    <a:lnTo>
                      <a:pt x="16384" y="8192"/>
                    </a:lnTo>
                    <a:lnTo>
                      <a:pt x="16384" y="3667"/>
                    </a:lnTo>
                    <a:lnTo>
                      <a:pt x="12717" y="0"/>
                    </a:lnTo>
                    <a:lnTo>
                      <a:pt x="819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44" name="Rectangle 312"/>
              <p:cNvSpPr>
                <a:spLocks noChangeArrowheads="1"/>
              </p:cNvSpPr>
              <p:nvPr/>
            </p:nvSpPr>
            <p:spPr bwMode="auto">
              <a:xfrm>
                <a:off x="674" y="1335"/>
                <a:ext cx="12" cy="25"/>
              </a:xfrm>
              <a:prstGeom prst="rect">
                <a:avLst/>
              </a:prstGeom>
              <a:gradFill rotWithShape="0">
                <a:gsLst>
                  <a:gs pos="0">
                    <a:srgbClr val="5C5C5C"/>
                  </a:gs>
                  <a:gs pos="50000">
                    <a:srgbClr val="FFFFFF"/>
                  </a:gs>
                  <a:gs pos="100000">
                    <a:srgbClr val="5C5C5C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49" name="Group 313"/>
            <p:cNvGrpSpPr>
              <a:grpSpLocks/>
            </p:cNvGrpSpPr>
            <p:nvPr/>
          </p:nvGrpSpPr>
          <p:grpSpPr bwMode="auto">
            <a:xfrm>
              <a:off x="1425575" y="2151063"/>
              <a:ext cx="215900" cy="144462"/>
              <a:chOff x="1271" y="1409"/>
              <a:chExt cx="136" cy="91"/>
            </a:xfrm>
          </p:grpSpPr>
          <p:sp>
            <p:nvSpPr>
              <p:cNvPr id="431" name="Line 314"/>
              <p:cNvSpPr>
                <a:spLocks noChangeShapeType="1"/>
              </p:cNvSpPr>
              <p:nvPr/>
            </p:nvSpPr>
            <p:spPr bwMode="auto">
              <a:xfrm>
                <a:off x="1361" y="1409"/>
                <a:ext cx="46" cy="91"/>
              </a:xfrm>
              <a:prstGeom prst="line">
                <a:avLst/>
              </a:prstGeom>
              <a:noFill/>
              <a:ln w="9525">
                <a:solidFill>
                  <a:srgbClr val="3333FF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32" name="Line 315"/>
              <p:cNvSpPr>
                <a:spLocks noChangeShapeType="1"/>
              </p:cNvSpPr>
              <p:nvPr/>
            </p:nvSpPr>
            <p:spPr bwMode="auto">
              <a:xfrm flipH="1">
                <a:off x="1271" y="1409"/>
                <a:ext cx="90" cy="0"/>
              </a:xfrm>
              <a:prstGeom prst="line">
                <a:avLst/>
              </a:prstGeom>
              <a:noFill/>
              <a:ln w="9525">
                <a:solidFill>
                  <a:srgbClr val="3333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50" name="Line 316"/>
            <p:cNvSpPr>
              <a:spLocks noChangeShapeType="1"/>
            </p:cNvSpPr>
            <p:nvPr/>
          </p:nvSpPr>
          <p:spPr bwMode="auto">
            <a:xfrm flipH="1">
              <a:off x="7894638" y="3490913"/>
              <a:ext cx="0" cy="517525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51" name="Group 317"/>
            <p:cNvGrpSpPr>
              <a:grpSpLocks/>
            </p:cNvGrpSpPr>
            <p:nvPr/>
          </p:nvGrpSpPr>
          <p:grpSpPr bwMode="auto">
            <a:xfrm>
              <a:off x="3505200" y="1192213"/>
              <a:ext cx="322263" cy="230187"/>
              <a:chOff x="2706" y="1914"/>
              <a:chExt cx="118" cy="80"/>
            </a:xfrm>
          </p:grpSpPr>
          <p:sp>
            <p:nvSpPr>
              <p:cNvPr id="429" name="Rectangle 318"/>
              <p:cNvSpPr>
                <a:spLocks noChangeArrowheads="1"/>
              </p:cNvSpPr>
              <p:nvPr/>
            </p:nvSpPr>
            <p:spPr bwMode="auto">
              <a:xfrm>
                <a:off x="2706" y="1914"/>
                <a:ext cx="118" cy="8"/>
              </a:xfrm>
              <a:prstGeom prst="rect">
                <a:avLst/>
              </a:prstGeom>
              <a:gradFill rotWithShape="1">
                <a:gsLst>
                  <a:gs pos="0">
                    <a:srgbClr val="475E00"/>
                  </a:gs>
                  <a:gs pos="50000">
                    <a:srgbClr val="99CC00"/>
                  </a:gs>
                  <a:gs pos="100000">
                    <a:srgbClr val="475E00"/>
                  </a:gs>
                </a:gsLst>
                <a:lin ang="0" scaled="1"/>
              </a:gradFill>
              <a:ln w="9525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30" name="AutoShape 319"/>
              <p:cNvSpPr>
                <a:spLocks noChangeArrowheads="1"/>
              </p:cNvSpPr>
              <p:nvPr/>
            </p:nvSpPr>
            <p:spPr bwMode="auto">
              <a:xfrm>
                <a:off x="2706" y="1922"/>
                <a:ext cx="118" cy="72"/>
              </a:xfrm>
              <a:prstGeom prst="flowChartManualOperation">
                <a:avLst/>
              </a:prstGeom>
              <a:gradFill rotWithShape="1">
                <a:gsLst>
                  <a:gs pos="0">
                    <a:srgbClr val="475E00"/>
                  </a:gs>
                  <a:gs pos="50000">
                    <a:srgbClr val="99CC00"/>
                  </a:gs>
                  <a:gs pos="100000">
                    <a:srgbClr val="475E00"/>
                  </a:gs>
                </a:gsLst>
                <a:lin ang="0" scaled="1"/>
              </a:gradFill>
              <a:ln w="19050" algn="ctr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52" name="Group 320"/>
            <p:cNvGrpSpPr>
              <a:grpSpLocks/>
            </p:cNvGrpSpPr>
            <p:nvPr/>
          </p:nvGrpSpPr>
          <p:grpSpPr bwMode="auto">
            <a:xfrm>
              <a:off x="6859588" y="1570038"/>
              <a:ext cx="820737" cy="1046162"/>
              <a:chOff x="4348" y="1043"/>
              <a:chExt cx="517" cy="659"/>
            </a:xfrm>
          </p:grpSpPr>
          <p:sp>
            <p:nvSpPr>
              <p:cNvPr id="424" name="Line 321"/>
              <p:cNvSpPr>
                <a:spLocks noChangeShapeType="1"/>
              </p:cNvSpPr>
              <p:nvPr/>
            </p:nvSpPr>
            <p:spPr bwMode="auto">
              <a:xfrm>
                <a:off x="4348" y="1587"/>
                <a:ext cx="0" cy="113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25" name="Line 322"/>
              <p:cNvSpPr>
                <a:spLocks noChangeShapeType="1"/>
              </p:cNvSpPr>
              <p:nvPr/>
            </p:nvSpPr>
            <p:spPr bwMode="auto">
              <a:xfrm flipV="1">
                <a:off x="4348" y="1696"/>
                <a:ext cx="272" cy="0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26" name="Line 323"/>
              <p:cNvSpPr>
                <a:spLocks noChangeShapeType="1"/>
              </p:cNvSpPr>
              <p:nvPr/>
            </p:nvSpPr>
            <p:spPr bwMode="auto">
              <a:xfrm>
                <a:off x="4865" y="1043"/>
                <a:ext cx="0" cy="113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27" name="Line 324"/>
              <p:cNvSpPr>
                <a:spLocks noChangeShapeType="1"/>
              </p:cNvSpPr>
              <p:nvPr/>
            </p:nvSpPr>
            <p:spPr bwMode="auto">
              <a:xfrm flipH="1">
                <a:off x="4615" y="1051"/>
                <a:ext cx="0" cy="651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28" name="Line 325"/>
              <p:cNvSpPr>
                <a:spLocks noChangeShapeType="1"/>
              </p:cNvSpPr>
              <p:nvPr/>
            </p:nvSpPr>
            <p:spPr bwMode="auto">
              <a:xfrm>
                <a:off x="4611" y="1045"/>
                <a:ext cx="249" cy="0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53" name="Group 326"/>
            <p:cNvGrpSpPr>
              <a:grpSpLocks/>
            </p:cNvGrpSpPr>
            <p:nvPr/>
          </p:nvGrpSpPr>
          <p:grpSpPr bwMode="auto">
            <a:xfrm>
              <a:off x="8188325" y="1806575"/>
              <a:ext cx="642938" cy="722313"/>
              <a:chOff x="3055" y="1437"/>
              <a:chExt cx="108" cy="118"/>
            </a:xfrm>
          </p:grpSpPr>
          <p:grpSp>
            <p:nvGrpSpPr>
              <p:cNvPr id="396" name="Group 327"/>
              <p:cNvGrpSpPr>
                <a:grpSpLocks/>
              </p:cNvGrpSpPr>
              <p:nvPr/>
            </p:nvGrpSpPr>
            <p:grpSpPr bwMode="auto">
              <a:xfrm flipH="1">
                <a:off x="3055" y="1441"/>
                <a:ext cx="108" cy="114"/>
                <a:chOff x="2204" y="320"/>
                <a:chExt cx="64" cy="93"/>
              </a:xfrm>
            </p:grpSpPr>
            <p:sp>
              <p:nvSpPr>
                <p:cNvPr id="413" name="Freeform 328"/>
                <p:cNvSpPr>
                  <a:spLocks/>
                </p:cNvSpPr>
                <p:nvPr/>
              </p:nvSpPr>
              <p:spPr bwMode="auto">
                <a:xfrm>
                  <a:off x="2204" y="368"/>
                  <a:ext cx="12" cy="12"/>
                </a:xfrm>
                <a:custGeom>
                  <a:avLst/>
                  <a:gdLst>
                    <a:gd name="T0" fmla="*/ 0 w 12"/>
                    <a:gd name="T1" fmla="*/ 8 h 12"/>
                    <a:gd name="T2" fmla="*/ 4 w 12"/>
                    <a:gd name="T3" fmla="*/ 12 h 12"/>
                    <a:gd name="T4" fmla="*/ 12 w 12"/>
                    <a:gd name="T5" fmla="*/ 4 h 12"/>
                    <a:gd name="T6" fmla="*/ 8 w 12"/>
                    <a:gd name="T7" fmla="*/ 0 h 12"/>
                    <a:gd name="T8" fmla="*/ 0 w 12"/>
                    <a:gd name="T9" fmla="*/ 8 h 1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"/>
                    <a:gd name="T16" fmla="*/ 0 h 12"/>
                    <a:gd name="T17" fmla="*/ 12 w 12"/>
                    <a:gd name="T18" fmla="*/ 12 h 1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" h="12">
                      <a:moveTo>
                        <a:pt x="0" y="8"/>
                      </a:moveTo>
                      <a:lnTo>
                        <a:pt x="4" y="12"/>
                      </a:lnTo>
                      <a:lnTo>
                        <a:pt x="12" y="4"/>
                      </a:lnTo>
                      <a:lnTo>
                        <a:pt x="8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05E76"/>
                    </a:gs>
                    <a:gs pos="50000">
                      <a:srgbClr val="00CCFF"/>
                    </a:gs>
                    <a:gs pos="100000">
                      <a:srgbClr val="005E76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grpSp>
              <p:nvGrpSpPr>
                <p:cNvPr id="414" name="Group 329"/>
                <p:cNvGrpSpPr>
                  <a:grpSpLocks/>
                </p:cNvGrpSpPr>
                <p:nvPr/>
              </p:nvGrpSpPr>
              <p:grpSpPr bwMode="auto">
                <a:xfrm>
                  <a:off x="2212" y="320"/>
                  <a:ext cx="56" cy="93"/>
                  <a:chOff x="-16085" y="-1081"/>
                  <a:chExt cx="30590" cy="19313"/>
                </a:xfrm>
              </p:grpSpPr>
              <p:sp>
                <p:nvSpPr>
                  <p:cNvPr id="415" name="Rectangle 330"/>
                  <p:cNvSpPr>
                    <a:spLocks noChangeArrowheads="1"/>
                  </p:cNvSpPr>
                  <p:nvPr/>
                </p:nvSpPr>
                <p:spPr bwMode="auto">
                  <a:xfrm>
                    <a:off x="-1189" y="-1081"/>
                    <a:ext cx="532" cy="19313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005E76"/>
                      </a:gs>
                      <a:gs pos="50000">
                        <a:srgbClr val="00CCFF"/>
                      </a:gs>
                      <a:gs pos="100000">
                        <a:srgbClr val="005E76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16" name="Rectangle 331"/>
                  <p:cNvSpPr>
                    <a:spLocks noChangeArrowheads="1"/>
                  </p:cNvSpPr>
                  <p:nvPr/>
                </p:nvSpPr>
                <p:spPr bwMode="auto">
                  <a:xfrm>
                    <a:off x="-12893" y="3725"/>
                    <a:ext cx="24206" cy="8188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005E76"/>
                      </a:gs>
                      <a:gs pos="50000">
                        <a:srgbClr val="00CCFF"/>
                      </a:gs>
                      <a:gs pos="100000">
                        <a:srgbClr val="005E76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grpSp>
                <p:nvGrpSpPr>
                  <p:cNvPr id="417" name="Group 332"/>
                  <p:cNvGrpSpPr>
                    <a:grpSpLocks/>
                  </p:cNvGrpSpPr>
                  <p:nvPr/>
                </p:nvGrpSpPr>
                <p:grpSpPr bwMode="auto">
                  <a:xfrm>
                    <a:off x="-1721" y="-191"/>
                    <a:ext cx="1862" cy="1691"/>
                    <a:chOff x="11640000" y="13680000"/>
                    <a:chExt cx="140000" cy="380000"/>
                  </a:xfrm>
                </p:grpSpPr>
                <p:sp>
                  <p:nvSpPr>
                    <p:cNvPr id="421" name="Rectangle 3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40000" y="13680000"/>
                      <a:ext cx="140000" cy="1800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005E76"/>
                        </a:gs>
                        <a:gs pos="50000">
                          <a:srgbClr val="00CCFF"/>
                        </a:gs>
                        <a:gs pos="100000">
                          <a:srgbClr val="005E76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422" name="Rectangle 3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40000" y="13680000"/>
                      <a:ext cx="140000" cy="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005E76"/>
                        </a:gs>
                        <a:gs pos="50000">
                          <a:srgbClr val="00CCFF"/>
                        </a:gs>
                        <a:gs pos="100000">
                          <a:srgbClr val="005E76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423" name="Rectangle 3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40000" y="13860000"/>
                      <a:ext cx="140000" cy="2000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005E76"/>
                        </a:gs>
                        <a:gs pos="50000">
                          <a:srgbClr val="00CCFF"/>
                        </a:gs>
                        <a:gs pos="100000">
                          <a:srgbClr val="005E76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</p:grpSp>
              <p:sp>
                <p:nvSpPr>
                  <p:cNvPr id="418" name="Dibujo 804"/>
                  <p:cNvSpPr>
                    <a:spLocks/>
                  </p:cNvSpPr>
                  <p:nvPr/>
                </p:nvSpPr>
                <p:spPr bwMode="auto">
                  <a:xfrm>
                    <a:off x="-12893" y="11913"/>
                    <a:ext cx="24206" cy="4450"/>
                  </a:xfrm>
                  <a:custGeom>
                    <a:avLst/>
                    <a:gdLst>
                      <a:gd name="T0" fmla="*/ 79012 w 16384"/>
                      <a:gd name="T1" fmla="*/ 7 h 16384"/>
                      <a:gd name="T2" fmla="*/ 91372 w 16384"/>
                      <a:gd name="T3" fmla="*/ 7 h 16384"/>
                      <a:gd name="T4" fmla="*/ 170385 w 16384"/>
                      <a:gd name="T5" fmla="*/ 0 h 16384"/>
                      <a:gd name="T6" fmla="*/ 0 w 16384"/>
                      <a:gd name="T7" fmla="*/ 0 h 16384"/>
                      <a:gd name="T8" fmla="*/ 79012 w 16384"/>
                      <a:gd name="T9" fmla="*/ 7 h 163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6384"/>
                      <a:gd name="T16" fmla="*/ 0 h 16384"/>
                      <a:gd name="T17" fmla="*/ 16384 w 16384"/>
                      <a:gd name="T18" fmla="*/ 16384 h 163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6384" h="16384">
                        <a:moveTo>
                          <a:pt x="7598" y="16384"/>
                        </a:moveTo>
                        <a:lnTo>
                          <a:pt x="8786" y="16384"/>
                        </a:lnTo>
                        <a:lnTo>
                          <a:pt x="16384" y="0"/>
                        </a:lnTo>
                        <a:lnTo>
                          <a:pt x="0" y="0"/>
                        </a:lnTo>
                        <a:lnTo>
                          <a:pt x="7598" y="1638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05E76"/>
                      </a:gs>
                      <a:gs pos="50000">
                        <a:srgbClr val="00CCFF"/>
                      </a:gs>
                      <a:gs pos="100000">
                        <a:srgbClr val="005E76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19" name="Dibujo 19"/>
                  <p:cNvSpPr>
                    <a:spLocks/>
                  </p:cNvSpPr>
                  <p:nvPr/>
                </p:nvSpPr>
                <p:spPr bwMode="auto">
                  <a:xfrm>
                    <a:off x="-16085" y="4437"/>
                    <a:ext cx="30590" cy="7476"/>
                  </a:xfrm>
                  <a:custGeom>
                    <a:avLst/>
                    <a:gdLst>
                      <a:gd name="T0" fmla="*/ 0 w 16384"/>
                      <a:gd name="T1" fmla="*/ 0 h 16384"/>
                      <a:gd name="T2" fmla="*/ 694035 w 16384"/>
                      <a:gd name="T3" fmla="*/ 0 h 16384"/>
                      <a:gd name="T4" fmla="*/ 694035 w 16384"/>
                      <a:gd name="T5" fmla="*/ 46 h 16384"/>
                      <a:gd name="T6" fmla="*/ 0 w 16384"/>
                      <a:gd name="T7" fmla="*/ 148 h 16384"/>
                      <a:gd name="T8" fmla="*/ 0 w 16384"/>
                      <a:gd name="T9" fmla="*/ 0 h 163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6384"/>
                      <a:gd name="T16" fmla="*/ 0 h 16384"/>
                      <a:gd name="T17" fmla="*/ 16384 w 16384"/>
                      <a:gd name="T18" fmla="*/ 16384 h 163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6384" h="16384">
                        <a:moveTo>
                          <a:pt x="0" y="0"/>
                        </a:moveTo>
                        <a:lnTo>
                          <a:pt x="16384" y="0"/>
                        </a:lnTo>
                        <a:lnTo>
                          <a:pt x="16384" y="5041"/>
                        </a:lnTo>
                        <a:lnTo>
                          <a:pt x="0" y="1638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05E76"/>
                      </a:gs>
                      <a:gs pos="50000">
                        <a:srgbClr val="00CCFF"/>
                      </a:gs>
                      <a:gs pos="100000">
                        <a:srgbClr val="005E76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20" name="Rectangle 338"/>
                  <p:cNvSpPr>
                    <a:spLocks noChangeArrowheads="1"/>
                  </p:cNvSpPr>
                  <p:nvPr/>
                </p:nvSpPr>
                <p:spPr bwMode="auto">
                  <a:xfrm>
                    <a:off x="-10765" y="3013"/>
                    <a:ext cx="20482" cy="71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005E76"/>
                      </a:gs>
                      <a:gs pos="50000">
                        <a:srgbClr val="00CCFF"/>
                      </a:gs>
                      <a:gs pos="100000">
                        <a:srgbClr val="005E76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97" name="Group 339"/>
              <p:cNvGrpSpPr>
                <a:grpSpLocks/>
              </p:cNvGrpSpPr>
              <p:nvPr/>
            </p:nvGrpSpPr>
            <p:grpSpPr bwMode="auto">
              <a:xfrm>
                <a:off x="3056" y="1437"/>
                <a:ext cx="101" cy="25"/>
                <a:chOff x="3914" y="1171"/>
                <a:chExt cx="101" cy="25"/>
              </a:xfrm>
            </p:grpSpPr>
            <p:sp>
              <p:nvSpPr>
                <p:cNvPr id="398" name="Line 340"/>
                <p:cNvSpPr>
                  <a:spLocks noChangeShapeType="1"/>
                </p:cNvSpPr>
                <p:nvPr/>
              </p:nvSpPr>
              <p:spPr bwMode="auto">
                <a:xfrm>
                  <a:off x="3960" y="1184"/>
                  <a:ext cx="0" cy="12"/>
                </a:xfrm>
                <a:prstGeom prst="line">
                  <a:avLst/>
                </a:prstGeom>
                <a:noFill/>
                <a:ln w="3175">
                  <a:solidFill>
                    <a:srgbClr val="3366FF"/>
                  </a:solidFill>
                  <a:round/>
                  <a:headEnd/>
                  <a:tailEnd type="stealth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grpSp>
              <p:nvGrpSpPr>
                <p:cNvPr id="399" name="Group 341"/>
                <p:cNvGrpSpPr>
                  <a:grpSpLocks/>
                </p:cNvGrpSpPr>
                <p:nvPr/>
              </p:nvGrpSpPr>
              <p:grpSpPr bwMode="auto">
                <a:xfrm>
                  <a:off x="3914" y="1171"/>
                  <a:ext cx="101" cy="25"/>
                  <a:chOff x="3913" y="1201"/>
                  <a:chExt cx="101" cy="25"/>
                </a:xfrm>
              </p:grpSpPr>
              <p:sp>
                <p:nvSpPr>
                  <p:cNvPr id="400" name="Line 3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13" y="1214"/>
                    <a:ext cx="94" cy="0"/>
                  </a:xfrm>
                  <a:prstGeom prst="line">
                    <a:avLst/>
                  </a:prstGeom>
                  <a:noFill/>
                  <a:ln w="6350">
                    <a:solidFill>
                      <a:srgbClr val="3366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01" name="Line 343"/>
                  <p:cNvSpPr>
                    <a:spLocks noChangeShapeType="1"/>
                  </p:cNvSpPr>
                  <p:nvPr/>
                </p:nvSpPr>
                <p:spPr bwMode="auto">
                  <a:xfrm>
                    <a:off x="3913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02" name="Line 344"/>
                  <p:cNvSpPr>
                    <a:spLocks noChangeShapeType="1"/>
                  </p:cNvSpPr>
                  <p:nvPr/>
                </p:nvSpPr>
                <p:spPr bwMode="auto">
                  <a:xfrm>
                    <a:off x="3920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03" name="Line 345"/>
                  <p:cNvSpPr>
                    <a:spLocks noChangeShapeType="1"/>
                  </p:cNvSpPr>
                  <p:nvPr/>
                </p:nvSpPr>
                <p:spPr bwMode="auto">
                  <a:xfrm>
                    <a:off x="3939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04" name="Line 346"/>
                  <p:cNvSpPr>
                    <a:spLocks noChangeShapeType="1"/>
                  </p:cNvSpPr>
                  <p:nvPr/>
                </p:nvSpPr>
                <p:spPr bwMode="auto">
                  <a:xfrm>
                    <a:off x="3946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05" name="Line 347"/>
                  <p:cNvSpPr>
                    <a:spLocks noChangeShapeType="1"/>
                  </p:cNvSpPr>
                  <p:nvPr/>
                </p:nvSpPr>
                <p:spPr bwMode="auto">
                  <a:xfrm>
                    <a:off x="3953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06" name="Line 348"/>
                  <p:cNvSpPr>
                    <a:spLocks noChangeShapeType="1"/>
                  </p:cNvSpPr>
                  <p:nvPr/>
                </p:nvSpPr>
                <p:spPr bwMode="auto">
                  <a:xfrm>
                    <a:off x="3967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07" name="Line 349"/>
                  <p:cNvSpPr>
                    <a:spLocks noChangeShapeType="1"/>
                  </p:cNvSpPr>
                  <p:nvPr/>
                </p:nvSpPr>
                <p:spPr bwMode="auto">
                  <a:xfrm>
                    <a:off x="3974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08" name="Line 350"/>
                  <p:cNvSpPr>
                    <a:spLocks noChangeShapeType="1"/>
                  </p:cNvSpPr>
                  <p:nvPr/>
                </p:nvSpPr>
                <p:spPr bwMode="auto">
                  <a:xfrm>
                    <a:off x="3993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09" name="Line 351"/>
                  <p:cNvSpPr>
                    <a:spLocks noChangeShapeType="1"/>
                  </p:cNvSpPr>
                  <p:nvPr/>
                </p:nvSpPr>
                <p:spPr bwMode="auto">
                  <a:xfrm>
                    <a:off x="4000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10" name="Line 352"/>
                  <p:cNvSpPr>
                    <a:spLocks noChangeShapeType="1"/>
                  </p:cNvSpPr>
                  <p:nvPr/>
                </p:nvSpPr>
                <p:spPr bwMode="auto">
                  <a:xfrm>
                    <a:off x="4007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11" name="Line 35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97" y="1201"/>
                    <a:ext cx="0" cy="13"/>
                  </a:xfrm>
                  <a:prstGeom prst="line">
                    <a:avLst/>
                  </a:prstGeom>
                  <a:noFill/>
                  <a:ln w="6350">
                    <a:solidFill>
                      <a:srgbClr val="3366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412" name="Line 35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97" y="1201"/>
                    <a:ext cx="17" cy="0"/>
                  </a:xfrm>
                  <a:prstGeom prst="line">
                    <a:avLst/>
                  </a:prstGeom>
                  <a:noFill/>
                  <a:ln w="6350">
                    <a:solidFill>
                      <a:srgbClr val="3366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54" name="Line 355"/>
            <p:cNvSpPr>
              <a:spLocks noChangeShapeType="1"/>
            </p:cNvSpPr>
            <p:nvPr/>
          </p:nvSpPr>
          <p:spPr bwMode="auto">
            <a:xfrm flipV="1">
              <a:off x="7894638" y="2147888"/>
              <a:ext cx="252412" cy="0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5" name="Line 356"/>
            <p:cNvSpPr>
              <a:spLocks noChangeShapeType="1"/>
            </p:cNvSpPr>
            <p:nvPr/>
          </p:nvSpPr>
          <p:spPr bwMode="auto">
            <a:xfrm>
              <a:off x="8456613" y="1638300"/>
              <a:ext cx="0" cy="212725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6" name="Line 357"/>
            <p:cNvSpPr>
              <a:spLocks noChangeShapeType="1"/>
            </p:cNvSpPr>
            <p:nvPr/>
          </p:nvSpPr>
          <p:spPr bwMode="auto">
            <a:xfrm flipH="1">
              <a:off x="8139113" y="1646238"/>
              <a:ext cx="0" cy="487362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7" name="Line 358"/>
            <p:cNvSpPr>
              <a:spLocks noChangeShapeType="1"/>
            </p:cNvSpPr>
            <p:nvPr/>
          </p:nvSpPr>
          <p:spPr bwMode="auto">
            <a:xfrm>
              <a:off x="8131175" y="1643063"/>
              <a:ext cx="323850" cy="0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58" name="Group 359"/>
            <p:cNvGrpSpPr>
              <a:grpSpLocks/>
            </p:cNvGrpSpPr>
            <p:nvPr/>
          </p:nvGrpSpPr>
          <p:grpSpPr bwMode="auto">
            <a:xfrm>
              <a:off x="4770438" y="1343025"/>
              <a:ext cx="534987" cy="407988"/>
              <a:chOff x="2837" y="900"/>
              <a:chExt cx="337" cy="257"/>
            </a:xfrm>
          </p:grpSpPr>
          <p:sp>
            <p:nvSpPr>
              <p:cNvPr id="392" name="Line 360"/>
              <p:cNvSpPr>
                <a:spLocks noChangeShapeType="1"/>
              </p:cNvSpPr>
              <p:nvPr/>
            </p:nvSpPr>
            <p:spPr bwMode="auto">
              <a:xfrm>
                <a:off x="3150" y="900"/>
                <a:ext cx="1" cy="217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93" name="Line 361"/>
              <p:cNvSpPr>
                <a:spLocks noChangeShapeType="1"/>
              </p:cNvSpPr>
              <p:nvPr/>
            </p:nvSpPr>
            <p:spPr bwMode="auto">
              <a:xfrm>
                <a:off x="2837" y="905"/>
                <a:ext cx="317" cy="0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94" name="Line 362"/>
              <p:cNvSpPr>
                <a:spLocks noChangeShapeType="1"/>
              </p:cNvSpPr>
              <p:nvPr/>
            </p:nvSpPr>
            <p:spPr bwMode="auto">
              <a:xfrm>
                <a:off x="2843" y="908"/>
                <a:ext cx="1" cy="249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95" name="Rectangle 363"/>
              <p:cNvSpPr>
                <a:spLocks noChangeArrowheads="1"/>
              </p:cNvSpPr>
              <p:nvPr/>
            </p:nvSpPr>
            <p:spPr bwMode="auto">
              <a:xfrm rot="-5400000">
                <a:off x="3128" y="986"/>
                <a:ext cx="46" cy="46"/>
              </a:xfrm>
              <a:prstGeom prst="rect">
                <a:avLst/>
              </a:prstGeom>
              <a:gradFill rotWithShape="0">
                <a:gsLst>
                  <a:gs pos="0">
                    <a:srgbClr val="76475E"/>
                  </a:gs>
                  <a:gs pos="50000">
                    <a:srgbClr val="FF99CC"/>
                  </a:gs>
                  <a:gs pos="100000">
                    <a:srgbClr val="76475E"/>
                  </a:gs>
                </a:gsLst>
                <a:lin ang="5400000" scaled="1"/>
              </a:gradFill>
              <a:ln w="25400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59" name="Group 364"/>
            <p:cNvGrpSpPr>
              <a:grpSpLocks/>
            </p:cNvGrpSpPr>
            <p:nvPr/>
          </p:nvGrpSpPr>
          <p:grpSpPr bwMode="auto">
            <a:xfrm>
              <a:off x="7562850" y="4064000"/>
              <a:ext cx="647700" cy="792163"/>
              <a:chOff x="2105" y="1693"/>
              <a:chExt cx="133" cy="119"/>
            </a:xfrm>
          </p:grpSpPr>
          <p:grpSp>
            <p:nvGrpSpPr>
              <p:cNvPr id="376" name="Group 365"/>
              <p:cNvGrpSpPr>
                <a:grpSpLocks/>
              </p:cNvGrpSpPr>
              <p:nvPr/>
            </p:nvGrpSpPr>
            <p:grpSpPr bwMode="auto">
              <a:xfrm>
                <a:off x="2105" y="1693"/>
                <a:ext cx="133" cy="119"/>
                <a:chOff x="314" y="507"/>
                <a:chExt cx="126" cy="160"/>
              </a:xfrm>
            </p:grpSpPr>
            <p:grpSp>
              <p:nvGrpSpPr>
                <p:cNvPr id="380" name="Group 366"/>
                <p:cNvGrpSpPr>
                  <a:grpSpLocks/>
                </p:cNvGrpSpPr>
                <p:nvPr/>
              </p:nvGrpSpPr>
              <p:grpSpPr bwMode="auto">
                <a:xfrm>
                  <a:off x="314" y="535"/>
                  <a:ext cx="126" cy="132"/>
                  <a:chOff x="376" y="317"/>
                  <a:chExt cx="220" cy="158"/>
                </a:xfrm>
              </p:grpSpPr>
              <p:sp>
                <p:nvSpPr>
                  <p:cNvPr id="390" name="Rectangle 367"/>
                  <p:cNvSpPr>
                    <a:spLocks noChangeArrowheads="1"/>
                  </p:cNvSpPr>
                  <p:nvPr/>
                </p:nvSpPr>
                <p:spPr bwMode="auto">
                  <a:xfrm>
                    <a:off x="384" y="318"/>
                    <a:ext cx="204" cy="157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5C2500"/>
                      </a:gs>
                      <a:gs pos="50000">
                        <a:srgbClr val="FF6600"/>
                      </a:gs>
                      <a:gs pos="100000">
                        <a:srgbClr val="5C2500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391" name="Rectangle 368"/>
                  <p:cNvSpPr>
                    <a:spLocks noChangeArrowheads="1"/>
                  </p:cNvSpPr>
                  <p:nvPr/>
                </p:nvSpPr>
                <p:spPr bwMode="auto">
                  <a:xfrm>
                    <a:off x="376" y="317"/>
                    <a:ext cx="220" cy="2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5C2500"/>
                      </a:gs>
                      <a:gs pos="50000">
                        <a:srgbClr val="FF6600"/>
                      </a:gs>
                      <a:gs pos="100000">
                        <a:srgbClr val="5C2500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  <p:sp>
              <p:nvSpPr>
                <p:cNvPr id="381" name="Rectangle 369"/>
                <p:cNvSpPr>
                  <a:spLocks noChangeArrowheads="1"/>
                </p:cNvSpPr>
                <p:nvPr/>
              </p:nvSpPr>
              <p:spPr bwMode="auto">
                <a:xfrm>
                  <a:off x="363" y="514"/>
                  <a:ext cx="30" cy="17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382" name="Rectangle 370"/>
                <p:cNvSpPr>
                  <a:spLocks noChangeArrowheads="1"/>
                </p:cNvSpPr>
                <p:nvPr/>
              </p:nvSpPr>
              <p:spPr bwMode="auto">
                <a:xfrm>
                  <a:off x="371" y="531"/>
                  <a:ext cx="14" cy="56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383" name="Rectangle 371"/>
                <p:cNvSpPr>
                  <a:spLocks noChangeArrowheads="1"/>
                </p:cNvSpPr>
                <p:nvPr/>
              </p:nvSpPr>
              <p:spPr bwMode="auto">
                <a:xfrm>
                  <a:off x="375" y="587"/>
                  <a:ext cx="5" cy="74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384" name="Rectangle 372"/>
                <p:cNvSpPr>
                  <a:spLocks noChangeArrowheads="1"/>
                </p:cNvSpPr>
                <p:nvPr/>
              </p:nvSpPr>
              <p:spPr bwMode="auto">
                <a:xfrm>
                  <a:off x="371" y="657"/>
                  <a:ext cx="13" cy="7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385" name="Rectangle 373"/>
                <p:cNvSpPr>
                  <a:spLocks noChangeArrowheads="1"/>
                </p:cNvSpPr>
                <p:nvPr/>
              </p:nvSpPr>
              <p:spPr bwMode="auto">
                <a:xfrm>
                  <a:off x="384" y="659"/>
                  <a:ext cx="33" cy="4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386" name="Rectangle 374"/>
                <p:cNvSpPr>
                  <a:spLocks noChangeArrowheads="1"/>
                </p:cNvSpPr>
                <p:nvPr/>
              </p:nvSpPr>
              <p:spPr bwMode="auto">
                <a:xfrm>
                  <a:off x="338" y="659"/>
                  <a:ext cx="33" cy="4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387" name="Rectangle 375"/>
                <p:cNvSpPr>
                  <a:spLocks noChangeArrowheads="1"/>
                </p:cNvSpPr>
                <p:nvPr/>
              </p:nvSpPr>
              <p:spPr bwMode="auto">
                <a:xfrm>
                  <a:off x="319" y="636"/>
                  <a:ext cx="8" cy="31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388" name="Rectangle 376"/>
                <p:cNvSpPr>
                  <a:spLocks noChangeArrowheads="1"/>
                </p:cNvSpPr>
                <p:nvPr/>
              </p:nvSpPr>
              <p:spPr bwMode="auto">
                <a:xfrm>
                  <a:off x="427" y="636"/>
                  <a:ext cx="8" cy="31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389" name="Rectangle 377"/>
                <p:cNvSpPr>
                  <a:spLocks noChangeArrowheads="1"/>
                </p:cNvSpPr>
                <p:nvPr/>
              </p:nvSpPr>
              <p:spPr bwMode="auto">
                <a:xfrm>
                  <a:off x="371" y="507"/>
                  <a:ext cx="15" cy="7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377" name="Rectangle 378"/>
              <p:cNvSpPr>
                <a:spLocks noChangeArrowheads="1"/>
              </p:cNvSpPr>
              <p:nvPr/>
            </p:nvSpPr>
            <p:spPr bwMode="auto">
              <a:xfrm>
                <a:off x="2165" y="1778"/>
                <a:ext cx="14" cy="5"/>
              </a:xfrm>
              <a:prstGeom prst="rect">
                <a:avLst/>
              </a:prstGeom>
              <a:gradFill rotWithShape="0">
                <a:gsLst>
                  <a:gs pos="0">
                    <a:srgbClr val="5C2500"/>
                  </a:gs>
                  <a:gs pos="50000">
                    <a:srgbClr val="FF6600"/>
                  </a:gs>
                  <a:gs pos="100000">
                    <a:srgbClr val="5C2500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78" name="Rectangle 379"/>
              <p:cNvSpPr>
                <a:spLocks noChangeArrowheads="1"/>
              </p:cNvSpPr>
              <p:nvPr/>
            </p:nvSpPr>
            <p:spPr bwMode="auto">
              <a:xfrm>
                <a:off x="2179" y="1779"/>
                <a:ext cx="35" cy="3"/>
              </a:xfrm>
              <a:prstGeom prst="rect">
                <a:avLst/>
              </a:prstGeom>
              <a:gradFill rotWithShape="0">
                <a:gsLst>
                  <a:gs pos="0">
                    <a:srgbClr val="5C2500"/>
                  </a:gs>
                  <a:gs pos="50000">
                    <a:srgbClr val="FF6600"/>
                  </a:gs>
                  <a:gs pos="100000">
                    <a:srgbClr val="5C2500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79" name="Rectangle 380"/>
              <p:cNvSpPr>
                <a:spLocks noChangeArrowheads="1"/>
              </p:cNvSpPr>
              <p:nvPr/>
            </p:nvSpPr>
            <p:spPr bwMode="auto">
              <a:xfrm>
                <a:off x="2130" y="1779"/>
                <a:ext cx="35" cy="3"/>
              </a:xfrm>
              <a:prstGeom prst="rect">
                <a:avLst/>
              </a:prstGeom>
              <a:gradFill rotWithShape="0">
                <a:gsLst>
                  <a:gs pos="0">
                    <a:srgbClr val="5C2500"/>
                  </a:gs>
                  <a:gs pos="50000">
                    <a:srgbClr val="FF6600"/>
                  </a:gs>
                  <a:gs pos="100000">
                    <a:srgbClr val="5C2500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60" name="Group 381"/>
            <p:cNvGrpSpPr>
              <a:grpSpLocks/>
            </p:cNvGrpSpPr>
            <p:nvPr/>
          </p:nvGrpSpPr>
          <p:grpSpPr bwMode="auto">
            <a:xfrm>
              <a:off x="5822950" y="5699125"/>
              <a:ext cx="406400" cy="101600"/>
              <a:chOff x="3695" y="3644"/>
              <a:chExt cx="256" cy="64"/>
            </a:xfrm>
          </p:grpSpPr>
          <p:sp>
            <p:nvSpPr>
              <p:cNvPr id="372" name="Line 382"/>
              <p:cNvSpPr>
                <a:spLocks noChangeShapeType="1"/>
              </p:cNvSpPr>
              <p:nvPr/>
            </p:nvSpPr>
            <p:spPr bwMode="auto">
              <a:xfrm flipH="1">
                <a:off x="3730" y="3708"/>
                <a:ext cx="18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73" name="Oval 383"/>
              <p:cNvSpPr>
                <a:spLocks noChangeArrowheads="1"/>
              </p:cNvSpPr>
              <p:nvPr/>
            </p:nvSpPr>
            <p:spPr bwMode="auto">
              <a:xfrm>
                <a:off x="3695" y="3644"/>
                <a:ext cx="57" cy="57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74" name="Oval 384"/>
              <p:cNvSpPr>
                <a:spLocks noChangeArrowheads="1"/>
              </p:cNvSpPr>
              <p:nvPr/>
            </p:nvSpPr>
            <p:spPr bwMode="auto">
              <a:xfrm>
                <a:off x="3894" y="3644"/>
                <a:ext cx="57" cy="57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75" name="Line 385"/>
              <p:cNvSpPr>
                <a:spLocks noChangeShapeType="1"/>
              </p:cNvSpPr>
              <p:nvPr/>
            </p:nvSpPr>
            <p:spPr bwMode="auto">
              <a:xfrm>
                <a:off x="3709" y="3644"/>
                <a:ext cx="20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61" name="Line 388"/>
            <p:cNvSpPr>
              <a:spLocks noChangeShapeType="1"/>
            </p:cNvSpPr>
            <p:nvPr/>
          </p:nvSpPr>
          <p:spPr bwMode="auto">
            <a:xfrm>
              <a:off x="2540000" y="6057900"/>
              <a:ext cx="576263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62" name="Group 389"/>
            <p:cNvGrpSpPr>
              <a:grpSpLocks/>
            </p:cNvGrpSpPr>
            <p:nvPr/>
          </p:nvGrpSpPr>
          <p:grpSpPr bwMode="auto">
            <a:xfrm>
              <a:off x="3921125" y="777875"/>
              <a:ext cx="4984750" cy="2033588"/>
              <a:chOff x="2497" y="544"/>
              <a:chExt cx="3140" cy="1281"/>
            </a:xfrm>
          </p:grpSpPr>
          <p:sp>
            <p:nvSpPr>
              <p:cNvPr id="369" name="Line 390"/>
              <p:cNvSpPr>
                <a:spLocks noChangeShapeType="1"/>
              </p:cNvSpPr>
              <p:nvPr/>
            </p:nvSpPr>
            <p:spPr bwMode="auto">
              <a:xfrm flipH="1">
                <a:off x="3379" y="553"/>
                <a:ext cx="2251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70" name="Line 391"/>
              <p:cNvSpPr>
                <a:spLocks noChangeShapeType="1"/>
              </p:cNvSpPr>
              <p:nvPr/>
            </p:nvSpPr>
            <p:spPr bwMode="auto">
              <a:xfrm>
                <a:off x="5632" y="544"/>
                <a:ext cx="0" cy="127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71" name="Line 392"/>
              <p:cNvSpPr>
                <a:spLocks noChangeShapeType="1"/>
              </p:cNvSpPr>
              <p:nvPr/>
            </p:nvSpPr>
            <p:spPr bwMode="auto">
              <a:xfrm flipH="1" flipV="1">
                <a:off x="2497" y="1825"/>
                <a:ext cx="31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63" name="Text Box 398"/>
            <p:cNvSpPr txBox="1">
              <a:spLocks noChangeArrowheads="1"/>
            </p:cNvSpPr>
            <p:nvPr/>
          </p:nvSpPr>
          <p:spPr bwMode="auto">
            <a:xfrm flipH="1">
              <a:off x="1692275" y="1497013"/>
              <a:ext cx="357188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2x7</a:t>
              </a:r>
              <a:endParaRPr kumimoji="0" lang="es-ES" altLang="es-CL" sz="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64" name="Text Box 399"/>
            <p:cNvSpPr txBox="1">
              <a:spLocks noChangeArrowheads="1"/>
            </p:cNvSpPr>
            <p:nvPr/>
          </p:nvSpPr>
          <p:spPr bwMode="auto">
            <a:xfrm flipH="1">
              <a:off x="1905000" y="2190750"/>
              <a:ext cx="360363" cy="179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1x7</a:t>
              </a:r>
              <a:endParaRPr kumimoji="0" lang="es-ES" altLang="es-CL" sz="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65" name="Text Box 400"/>
            <p:cNvSpPr txBox="1">
              <a:spLocks noChangeArrowheads="1"/>
            </p:cNvSpPr>
            <p:nvPr/>
          </p:nvSpPr>
          <p:spPr bwMode="auto">
            <a:xfrm flipH="1">
              <a:off x="3028950" y="3214688"/>
              <a:ext cx="357188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2x4</a:t>
              </a:r>
              <a:endParaRPr kumimoji="0" lang="es-ES" altLang="es-CL" sz="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66" name="Text Box 401"/>
            <p:cNvSpPr txBox="1">
              <a:spLocks noChangeArrowheads="1"/>
            </p:cNvSpPr>
            <p:nvPr/>
          </p:nvSpPr>
          <p:spPr bwMode="auto">
            <a:xfrm flipH="1">
              <a:off x="6545263" y="2273300"/>
              <a:ext cx="334962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x2</a:t>
              </a:r>
              <a:endParaRPr kumimoji="0" lang="es-ES" altLang="es-CL" sz="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67" name="Text Box 402"/>
            <p:cNvSpPr txBox="1">
              <a:spLocks noChangeArrowheads="1"/>
            </p:cNvSpPr>
            <p:nvPr/>
          </p:nvSpPr>
          <p:spPr bwMode="auto">
            <a:xfrm flipH="1">
              <a:off x="8216900" y="2400300"/>
              <a:ext cx="306388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x2</a:t>
              </a:r>
              <a:endParaRPr kumimoji="0" lang="es-ES" altLang="es-CL" sz="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68" name="Text Box 403"/>
            <p:cNvSpPr txBox="1">
              <a:spLocks noChangeArrowheads="1"/>
            </p:cNvSpPr>
            <p:nvPr/>
          </p:nvSpPr>
          <p:spPr bwMode="auto">
            <a:xfrm flipH="1">
              <a:off x="7624763" y="4822825"/>
              <a:ext cx="355600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x2</a:t>
              </a:r>
              <a:endParaRPr kumimoji="0" lang="es-ES" altLang="es-CL" sz="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69" name="Group 407"/>
            <p:cNvGrpSpPr>
              <a:grpSpLocks/>
            </p:cNvGrpSpPr>
            <p:nvPr/>
          </p:nvGrpSpPr>
          <p:grpSpPr bwMode="auto">
            <a:xfrm>
              <a:off x="7154863" y="4783138"/>
              <a:ext cx="431800" cy="215900"/>
              <a:chOff x="4534" y="3067"/>
              <a:chExt cx="272" cy="136"/>
            </a:xfrm>
          </p:grpSpPr>
          <p:sp>
            <p:nvSpPr>
              <p:cNvPr id="367" name="Line 408"/>
              <p:cNvSpPr>
                <a:spLocks noChangeShapeType="1"/>
              </p:cNvSpPr>
              <p:nvPr/>
            </p:nvSpPr>
            <p:spPr bwMode="auto">
              <a:xfrm>
                <a:off x="4534" y="3067"/>
                <a:ext cx="0" cy="136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68" name="Line 409"/>
              <p:cNvSpPr>
                <a:spLocks noChangeShapeType="1"/>
              </p:cNvSpPr>
              <p:nvPr/>
            </p:nvSpPr>
            <p:spPr bwMode="auto">
              <a:xfrm flipV="1">
                <a:off x="4534" y="3067"/>
                <a:ext cx="272" cy="0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70" name="Group 413"/>
            <p:cNvGrpSpPr>
              <a:grpSpLocks/>
            </p:cNvGrpSpPr>
            <p:nvPr/>
          </p:nvGrpSpPr>
          <p:grpSpPr bwMode="auto">
            <a:xfrm>
              <a:off x="1493838" y="103188"/>
              <a:ext cx="755650" cy="215900"/>
              <a:chOff x="968" y="119"/>
              <a:chExt cx="476" cy="136"/>
            </a:xfrm>
          </p:grpSpPr>
          <p:sp>
            <p:nvSpPr>
              <p:cNvPr id="365" name="Line 414"/>
              <p:cNvSpPr>
                <a:spLocks noChangeShapeType="1"/>
              </p:cNvSpPr>
              <p:nvPr/>
            </p:nvSpPr>
            <p:spPr bwMode="auto">
              <a:xfrm>
                <a:off x="968" y="119"/>
                <a:ext cx="476" cy="0"/>
              </a:xfrm>
              <a:prstGeom prst="line">
                <a:avLst/>
              </a:prstGeom>
              <a:noFill/>
              <a:ln w="38100">
                <a:solidFill>
                  <a:srgbClr val="99C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66" name="Line 415"/>
              <p:cNvSpPr>
                <a:spLocks noChangeShapeType="1"/>
              </p:cNvSpPr>
              <p:nvPr/>
            </p:nvSpPr>
            <p:spPr bwMode="auto">
              <a:xfrm>
                <a:off x="975" y="119"/>
                <a:ext cx="0" cy="136"/>
              </a:xfrm>
              <a:prstGeom prst="line">
                <a:avLst/>
              </a:prstGeom>
              <a:noFill/>
              <a:ln w="38100">
                <a:solidFill>
                  <a:srgbClr val="99CC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71" name="Text Box 417"/>
            <p:cNvSpPr txBox="1">
              <a:spLocks noChangeArrowheads="1"/>
            </p:cNvSpPr>
            <p:nvPr/>
          </p:nvSpPr>
          <p:spPr bwMode="auto">
            <a:xfrm>
              <a:off x="4297615" y="2134073"/>
              <a:ext cx="863600" cy="69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9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Conc. Magnética Finisher</a:t>
              </a:r>
              <a:endParaRPr kumimoji="0" lang="es-ES" altLang="es-CL" sz="9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72" name="Group 420"/>
            <p:cNvGrpSpPr>
              <a:grpSpLocks/>
            </p:cNvGrpSpPr>
            <p:nvPr/>
          </p:nvGrpSpPr>
          <p:grpSpPr bwMode="auto">
            <a:xfrm>
              <a:off x="6572250" y="1711325"/>
              <a:ext cx="642938" cy="722313"/>
              <a:chOff x="3055" y="1437"/>
              <a:chExt cx="108" cy="118"/>
            </a:xfrm>
          </p:grpSpPr>
          <p:grpSp>
            <p:nvGrpSpPr>
              <p:cNvPr id="337" name="Group 421"/>
              <p:cNvGrpSpPr>
                <a:grpSpLocks/>
              </p:cNvGrpSpPr>
              <p:nvPr/>
            </p:nvGrpSpPr>
            <p:grpSpPr bwMode="auto">
              <a:xfrm flipH="1">
                <a:off x="3055" y="1441"/>
                <a:ext cx="108" cy="114"/>
                <a:chOff x="2204" y="320"/>
                <a:chExt cx="64" cy="93"/>
              </a:xfrm>
            </p:grpSpPr>
            <p:sp>
              <p:nvSpPr>
                <p:cNvPr id="354" name="Freeform 422"/>
                <p:cNvSpPr>
                  <a:spLocks/>
                </p:cNvSpPr>
                <p:nvPr/>
              </p:nvSpPr>
              <p:spPr bwMode="auto">
                <a:xfrm>
                  <a:off x="2204" y="368"/>
                  <a:ext cx="12" cy="12"/>
                </a:xfrm>
                <a:custGeom>
                  <a:avLst/>
                  <a:gdLst>
                    <a:gd name="T0" fmla="*/ 0 w 12"/>
                    <a:gd name="T1" fmla="*/ 8 h 12"/>
                    <a:gd name="T2" fmla="*/ 4 w 12"/>
                    <a:gd name="T3" fmla="*/ 12 h 12"/>
                    <a:gd name="T4" fmla="*/ 12 w 12"/>
                    <a:gd name="T5" fmla="*/ 4 h 12"/>
                    <a:gd name="T6" fmla="*/ 8 w 12"/>
                    <a:gd name="T7" fmla="*/ 0 h 12"/>
                    <a:gd name="T8" fmla="*/ 0 w 12"/>
                    <a:gd name="T9" fmla="*/ 8 h 1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"/>
                    <a:gd name="T16" fmla="*/ 0 h 12"/>
                    <a:gd name="T17" fmla="*/ 12 w 12"/>
                    <a:gd name="T18" fmla="*/ 12 h 1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" h="12">
                      <a:moveTo>
                        <a:pt x="0" y="8"/>
                      </a:moveTo>
                      <a:lnTo>
                        <a:pt x="4" y="12"/>
                      </a:lnTo>
                      <a:lnTo>
                        <a:pt x="12" y="4"/>
                      </a:lnTo>
                      <a:lnTo>
                        <a:pt x="8" y="0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05E76"/>
                    </a:gs>
                    <a:gs pos="50000">
                      <a:srgbClr val="00CCFF"/>
                    </a:gs>
                    <a:gs pos="100000">
                      <a:srgbClr val="005E76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grpSp>
              <p:nvGrpSpPr>
                <p:cNvPr id="355" name="Group 423"/>
                <p:cNvGrpSpPr>
                  <a:grpSpLocks/>
                </p:cNvGrpSpPr>
                <p:nvPr/>
              </p:nvGrpSpPr>
              <p:grpSpPr bwMode="auto">
                <a:xfrm>
                  <a:off x="2212" y="320"/>
                  <a:ext cx="56" cy="93"/>
                  <a:chOff x="-16085" y="-1081"/>
                  <a:chExt cx="30590" cy="19313"/>
                </a:xfrm>
              </p:grpSpPr>
              <p:sp>
                <p:nvSpPr>
                  <p:cNvPr id="356" name="Rectangle 424"/>
                  <p:cNvSpPr>
                    <a:spLocks noChangeArrowheads="1"/>
                  </p:cNvSpPr>
                  <p:nvPr/>
                </p:nvSpPr>
                <p:spPr bwMode="auto">
                  <a:xfrm>
                    <a:off x="-1189" y="-1081"/>
                    <a:ext cx="532" cy="19313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005E76"/>
                      </a:gs>
                      <a:gs pos="50000">
                        <a:srgbClr val="00CCFF"/>
                      </a:gs>
                      <a:gs pos="100000">
                        <a:srgbClr val="005E76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357" name="Rectangle 425"/>
                  <p:cNvSpPr>
                    <a:spLocks noChangeArrowheads="1"/>
                  </p:cNvSpPr>
                  <p:nvPr/>
                </p:nvSpPr>
                <p:spPr bwMode="auto">
                  <a:xfrm>
                    <a:off x="-12893" y="3725"/>
                    <a:ext cx="24206" cy="8188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005E76"/>
                      </a:gs>
                      <a:gs pos="50000">
                        <a:srgbClr val="00CCFF"/>
                      </a:gs>
                      <a:gs pos="100000">
                        <a:srgbClr val="005E76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grpSp>
                <p:nvGrpSpPr>
                  <p:cNvPr id="358" name="Group 426"/>
                  <p:cNvGrpSpPr>
                    <a:grpSpLocks/>
                  </p:cNvGrpSpPr>
                  <p:nvPr/>
                </p:nvGrpSpPr>
                <p:grpSpPr bwMode="auto">
                  <a:xfrm>
                    <a:off x="-1721" y="-191"/>
                    <a:ext cx="1862" cy="1691"/>
                    <a:chOff x="11640000" y="13680000"/>
                    <a:chExt cx="140000" cy="380000"/>
                  </a:xfrm>
                </p:grpSpPr>
                <p:sp>
                  <p:nvSpPr>
                    <p:cNvPr id="362" name="Rectangle 4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40000" y="13680000"/>
                      <a:ext cx="140000" cy="1800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005E76"/>
                        </a:gs>
                        <a:gs pos="50000">
                          <a:srgbClr val="00CCFF"/>
                        </a:gs>
                        <a:gs pos="100000">
                          <a:srgbClr val="005E76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63" name="Rectangle 4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40000" y="13680000"/>
                      <a:ext cx="140000" cy="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005E76"/>
                        </a:gs>
                        <a:gs pos="50000">
                          <a:srgbClr val="00CCFF"/>
                        </a:gs>
                        <a:gs pos="100000">
                          <a:srgbClr val="005E76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64" name="Rectangle 4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40000" y="13860000"/>
                      <a:ext cx="140000" cy="200000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005E76"/>
                        </a:gs>
                        <a:gs pos="50000">
                          <a:srgbClr val="00CCFF"/>
                        </a:gs>
                        <a:gs pos="100000">
                          <a:srgbClr val="005E76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</p:grpSp>
              <p:sp>
                <p:nvSpPr>
                  <p:cNvPr id="359" name="Dibujo 804"/>
                  <p:cNvSpPr>
                    <a:spLocks/>
                  </p:cNvSpPr>
                  <p:nvPr/>
                </p:nvSpPr>
                <p:spPr bwMode="auto">
                  <a:xfrm>
                    <a:off x="-12893" y="11913"/>
                    <a:ext cx="24206" cy="4450"/>
                  </a:xfrm>
                  <a:custGeom>
                    <a:avLst/>
                    <a:gdLst>
                      <a:gd name="T0" fmla="*/ 79012 w 16384"/>
                      <a:gd name="T1" fmla="*/ 7 h 16384"/>
                      <a:gd name="T2" fmla="*/ 91372 w 16384"/>
                      <a:gd name="T3" fmla="*/ 7 h 16384"/>
                      <a:gd name="T4" fmla="*/ 170385 w 16384"/>
                      <a:gd name="T5" fmla="*/ 0 h 16384"/>
                      <a:gd name="T6" fmla="*/ 0 w 16384"/>
                      <a:gd name="T7" fmla="*/ 0 h 16384"/>
                      <a:gd name="T8" fmla="*/ 79012 w 16384"/>
                      <a:gd name="T9" fmla="*/ 7 h 163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6384"/>
                      <a:gd name="T16" fmla="*/ 0 h 16384"/>
                      <a:gd name="T17" fmla="*/ 16384 w 16384"/>
                      <a:gd name="T18" fmla="*/ 16384 h 163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6384" h="16384">
                        <a:moveTo>
                          <a:pt x="7598" y="16384"/>
                        </a:moveTo>
                        <a:lnTo>
                          <a:pt x="8786" y="16384"/>
                        </a:lnTo>
                        <a:lnTo>
                          <a:pt x="16384" y="0"/>
                        </a:lnTo>
                        <a:lnTo>
                          <a:pt x="0" y="0"/>
                        </a:lnTo>
                        <a:lnTo>
                          <a:pt x="7598" y="16384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05E76"/>
                      </a:gs>
                      <a:gs pos="50000">
                        <a:srgbClr val="00CCFF"/>
                      </a:gs>
                      <a:gs pos="100000">
                        <a:srgbClr val="005E76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360" name="Dibujo 19"/>
                  <p:cNvSpPr>
                    <a:spLocks/>
                  </p:cNvSpPr>
                  <p:nvPr/>
                </p:nvSpPr>
                <p:spPr bwMode="auto">
                  <a:xfrm>
                    <a:off x="-16085" y="4437"/>
                    <a:ext cx="30590" cy="7476"/>
                  </a:xfrm>
                  <a:custGeom>
                    <a:avLst/>
                    <a:gdLst>
                      <a:gd name="T0" fmla="*/ 0 w 16384"/>
                      <a:gd name="T1" fmla="*/ 0 h 16384"/>
                      <a:gd name="T2" fmla="*/ 694035 w 16384"/>
                      <a:gd name="T3" fmla="*/ 0 h 16384"/>
                      <a:gd name="T4" fmla="*/ 694035 w 16384"/>
                      <a:gd name="T5" fmla="*/ 46 h 16384"/>
                      <a:gd name="T6" fmla="*/ 0 w 16384"/>
                      <a:gd name="T7" fmla="*/ 148 h 16384"/>
                      <a:gd name="T8" fmla="*/ 0 w 16384"/>
                      <a:gd name="T9" fmla="*/ 0 h 163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6384"/>
                      <a:gd name="T16" fmla="*/ 0 h 16384"/>
                      <a:gd name="T17" fmla="*/ 16384 w 16384"/>
                      <a:gd name="T18" fmla="*/ 16384 h 163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6384" h="16384">
                        <a:moveTo>
                          <a:pt x="0" y="0"/>
                        </a:moveTo>
                        <a:lnTo>
                          <a:pt x="16384" y="0"/>
                        </a:lnTo>
                        <a:lnTo>
                          <a:pt x="16384" y="5041"/>
                        </a:lnTo>
                        <a:lnTo>
                          <a:pt x="0" y="1638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005E76"/>
                      </a:gs>
                      <a:gs pos="50000">
                        <a:srgbClr val="00CCFF"/>
                      </a:gs>
                      <a:gs pos="100000">
                        <a:srgbClr val="005E76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361" name="Rectangle 432"/>
                  <p:cNvSpPr>
                    <a:spLocks noChangeArrowheads="1"/>
                  </p:cNvSpPr>
                  <p:nvPr/>
                </p:nvSpPr>
                <p:spPr bwMode="auto">
                  <a:xfrm>
                    <a:off x="-10765" y="3013"/>
                    <a:ext cx="20482" cy="71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005E76"/>
                      </a:gs>
                      <a:gs pos="50000">
                        <a:srgbClr val="00CCFF"/>
                      </a:gs>
                      <a:gs pos="100000">
                        <a:srgbClr val="005E76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38" name="Group 433"/>
              <p:cNvGrpSpPr>
                <a:grpSpLocks/>
              </p:cNvGrpSpPr>
              <p:nvPr/>
            </p:nvGrpSpPr>
            <p:grpSpPr bwMode="auto">
              <a:xfrm>
                <a:off x="3056" y="1437"/>
                <a:ext cx="101" cy="25"/>
                <a:chOff x="3914" y="1171"/>
                <a:chExt cx="101" cy="25"/>
              </a:xfrm>
            </p:grpSpPr>
            <p:sp>
              <p:nvSpPr>
                <p:cNvPr id="339" name="Line 434"/>
                <p:cNvSpPr>
                  <a:spLocks noChangeShapeType="1"/>
                </p:cNvSpPr>
                <p:nvPr/>
              </p:nvSpPr>
              <p:spPr bwMode="auto">
                <a:xfrm>
                  <a:off x="3960" y="1184"/>
                  <a:ext cx="0" cy="12"/>
                </a:xfrm>
                <a:prstGeom prst="line">
                  <a:avLst/>
                </a:prstGeom>
                <a:noFill/>
                <a:ln w="3175">
                  <a:solidFill>
                    <a:srgbClr val="3366FF"/>
                  </a:solidFill>
                  <a:round/>
                  <a:headEnd/>
                  <a:tailEnd type="stealth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grpSp>
              <p:nvGrpSpPr>
                <p:cNvPr id="340" name="Group 435"/>
                <p:cNvGrpSpPr>
                  <a:grpSpLocks/>
                </p:cNvGrpSpPr>
                <p:nvPr/>
              </p:nvGrpSpPr>
              <p:grpSpPr bwMode="auto">
                <a:xfrm>
                  <a:off x="3914" y="1171"/>
                  <a:ext cx="101" cy="25"/>
                  <a:chOff x="3913" y="1201"/>
                  <a:chExt cx="101" cy="25"/>
                </a:xfrm>
              </p:grpSpPr>
              <p:sp>
                <p:nvSpPr>
                  <p:cNvPr id="341" name="Line 43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13" y="1214"/>
                    <a:ext cx="94" cy="0"/>
                  </a:xfrm>
                  <a:prstGeom prst="line">
                    <a:avLst/>
                  </a:prstGeom>
                  <a:noFill/>
                  <a:ln w="6350">
                    <a:solidFill>
                      <a:srgbClr val="3366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342" name="Line 437"/>
                  <p:cNvSpPr>
                    <a:spLocks noChangeShapeType="1"/>
                  </p:cNvSpPr>
                  <p:nvPr/>
                </p:nvSpPr>
                <p:spPr bwMode="auto">
                  <a:xfrm>
                    <a:off x="3913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343" name="Line 438"/>
                  <p:cNvSpPr>
                    <a:spLocks noChangeShapeType="1"/>
                  </p:cNvSpPr>
                  <p:nvPr/>
                </p:nvSpPr>
                <p:spPr bwMode="auto">
                  <a:xfrm>
                    <a:off x="3920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344" name="Line 439"/>
                  <p:cNvSpPr>
                    <a:spLocks noChangeShapeType="1"/>
                  </p:cNvSpPr>
                  <p:nvPr/>
                </p:nvSpPr>
                <p:spPr bwMode="auto">
                  <a:xfrm>
                    <a:off x="3939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345" name="Line 440"/>
                  <p:cNvSpPr>
                    <a:spLocks noChangeShapeType="1"/>
                  </p:cNvSpPr>
                  <p:nvPr/>
                </p:nvSpPr>
                <p:spPr bwMode="auto">
                  <a:xfrm>
                    <a:off x="3946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346" name="Line 441"/>
                  <p:cNvSpPr>
                    <a:spLocks noChangeShapeType="1"/>
                  </p:cNvSpPr>
                  <p:nvPr/>
                </p:nvSpPr>
                <p:spPr bwMode="auto">
                  <a:xfrm>
                    <a:off x="3953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347" name="Line 442"/>
                  <p:cNvSpPr>
                    <a:spLocks noChangeShapeType="1"/>
                  </p:cNvSpPr>
                  <p:nvPr/>
                </p:nvSpPr>
                <p:spPr bwMode="auto">
                  <a:xfrm>
                    <a:off x="3967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348" name="Line 443"/>
                  <p:cNvSpPr>
                    <a:spLocks noChangeShapeType="1"/>
                  </p:cNvSpPr>
                  <p:nvPr/>
                </p:nvSpPr>
                <p:spPr bwMode="auto">
                  <a:xfrm>
                    <a:off x="3974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349" name="Line 444"/>
                  <p:cNvSpPr>
                    <a:spLocks noChangeShapeType="1"/>
                  </p:cNvSpPr>
                  <p:nvPr/>
                </p:nvSpPr>
                <p:spPr bwMode="auto">
                  <a:xfrm>
                    <a:off x="3993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350" name="Line 445"/>
                  <p:cNvSpPr>
                    <a:spLocks noChangeShapeType="1"/>
                  </p:cNvSpPr>
                  <p:nvPr/>
                </p:nvSpPr>
                <p:spPr bwMode="auto">
                  <a:xfrm>
                    <a:off x="4000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351" name="Line 446"/>
                  <p:cNvSpPr>
                    <a:spLocks noChangeShapeType="1"/>
                  </p:cNvSpPr>
                  <p:nvPr/>
                </p:nvSpPr>
                <p:spPr bwMode="auto">
                  <a:xfrm>
                    <a:off x="4007" y="1214"/>
                    <a:ext cx="0" cy="12"/>
                  </a:xfrm>
                  <a:prstGeom prst="line">
                    <a:avLst/>
                  </a:prstGeom>
                  <a:noFill/>
                  <a:ln w="3175">
                    <a:solidFill>
                      <a:srgbClr val="3366FF"/>
                    </a:solidFill>
                    <a:round/>
                    <a:headEnd/>
                    <a:tailEnd type="stealth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352" name="Line 44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97" y="1201"/>
                    <a:ext cx="0" cy="13"/>
                  </a:xfrm>
                  <a:prstGeom prst="line">
                    <a:avLst/>
                  </a:prstGeom>
                  <a:noFill/>
                  <a:ln w="6350">
                    <a:solidFill>
                      <a:srgbClr val="3366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353" name="Line 44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97" y="1201"/>
                    <a:ext cx="17" cy="0"/>
                  </a:xfrm>
                  <a:prstGeom prst="line">
                    <a:avLst/>
                  </a:prstGeom>
                  <a:noFill/>
                  <a:ln w="6350">
                    <a:solidFill>
                      <a:srgbClr val="3366F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73" name="Group 449"/>
            <p:cNvGrpSpPr>
              <a:grpSpLocks/>
            </p:cNvGrpSpPr>
            <p:nvPr/>
          </p:nvGrpSpPr>
          <p:grpSpPr bwMode="auto">
            <a:xfrm>
              <a:off x="3921125" y="2159000"/>
              <a:ext cx="4894263" cy="584200"/>
              <a:chOff x="2497" y="1414"/>
              <a:chExt cx="3083" cy="368"/>
            </a:xfrm>
          </p:grpSpPr>
          <p:sp>
            <p:nvSpPr>
              <p:cNvPr id="333" name="Line 450"/>
              <p:cNvSpPr>
                <a:spLocks noChangeShapeType="1"/>
              </p:cNvSpPr>
              <p:nvPr/>
            </p:nvSpPr>
            <p:spPr bwMode="auto">
              <a:xfrm>
                <a:off x="4560" y="1419"/>
                <a:ext cx="0" cy="36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34" name="Line 451"/>
              <p:cNvSpPr>
                <a:spLocks noChangeShapeType="1"/>
              </p:cNvSpPr>
              <p:nvPr/>
            </p:nvSpPr>
            <p:spPr bwMode="auto">
              <a:xfrm>
                <a:off x="5574" y="1477"/>
                <a:ext cx="0" cy="30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35" name="Line 452"/>
              <p:cNvSpPr>
                <a:spLocks noChangeShapeType="1"/>
              </p:cNvSpPr>
              <p:nvPr/>
            </p:nvSpPr>
            <p:spPr bwMode="auto">
              <a:xfrm flipH="1">
                <a:off x="2497" y="1775"/>
                <a:ext cx="308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36" name="Line 453"/>
              <p:cNvSpPr>
                <a:spLocks noChangeShapeType="1"/>
              </p:cNvSpPr>
              <p:nvPr/>
            </p:nvSpPr>
            <p:spPr bwMode="auto">
              <a:xfrm>
                <a:off x="4096" y="1414"/>
                <a:ext cx="0" cy="36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74" name="Group 454"/>
            <p:cNvGrpSpPr>
              <a:grpSpLocks/>
            </p:cNvGrpSpPr>
            <p:nvPr/>
          </p:nvGrpSpPr>
          <p:grpSpPr bwMode="auto">
            <a:xfrm>
              <a:off x="6115050" y="1543050"/>
              <a:ext cx="752475" cy="1033463"/>
              <a:chOff x="3879" y="1026"/>
              <a:chExt cx="474" cy="651"/>
            </a:xfrm>
          </p:grpSpPr>
          <p:sp>
            <p:nvSpPr>
              <p:cNvPr id="328" name="Line 455"/>
              <p:cNvSpPr>
                <a:spLocks noChangeShapeType="1"/>
              </p:cNvSpPr>
              <p:nvPr/>
            </p:nvSpPr>
            <p:spPr bwMode="auto">
              <a:xfrm>
                <a:off x="4348" y="1036"/>
                <a:ext cx="0" cy="113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29" name="Line 456"/>
              <p:cNvSpPr>
                <a:spLocks noChangeShapeType="1"/>
              </p:cNvSpPr>
              <p:nvPr/>
            </p:nvSpPr>
            <p:spPr bwMode="auto">
              <a:xfrm>
                <a:off x="4149" y="1031"/>
                <a:ext cx="204" cy="0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30" name="Line 457"/>
              <p:cNvSpPr>
                <a:spLocks noChangeShapeType="1"/>
              </p:cNvSpPr>
              <p:nvPr/>
            </p:nvSpPr>
            <p:spPr bwMode="auto">
              <a:xfrm flipH="1">
                <a:off x="4146" y="1026"/>
                <a:ext cx="0" cy="651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31" name="Line 458"/>
              <p:cNvSpPr>
                <a:spLocks noChangeShapeType="1"/>
              </p:cNvSpPr>
              <p:nvPr/>
            </p:nvSpPr>
            <p:spPr bwMode="auto">
              <a:xfrm flipV="1">
                <a:off x="3879" y="1676"/>
                <a:ext cx="272" cy="0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32" name="Line 459"/>
              <p:cNvSpPr>
                <a:spLocks noChangeShapeType="1"/>
              </p:cNvSpPr>
              <p:nvPr/>
            </p:nvSpPr>
            <p:spPr bwMode="auto">
              <a:xfrm>
                <a:off x="3880" y="1585"/>
                <a:ext cx="0" cy="91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75" name="Group 460"/>
            <p:cNvGrpSpPr>
              <a:grpSpLocks/>
            </p:cNvGrpSpPr>
            <p:nvPr/>
          </p:nvGrpSpPr>
          <p:grpSpPr bwMode="auto">
            <a:xfrm>
              <a:off x="3521075" y="1727200"/>
              <a:ext cx="1303338" cy="368300"/>
              <a:chOff x="2245" y="1142"/>
              <a:chExt cx="821" cy="232"/>
            </a:xfrm>
          </p:grpSpPr>
          <p:grpSp>
            <p:nvGrpSpPr>
              <p:cNvPr id="271" name="Group 461"/>
              <p:cNvGrpSpPr>
                <a:grpSpLocks/>
              </p:cNvGrpSpPr>
              <p:nvPr/>
            </p:nvGrpSpPr>
            <p:grpSpPr bwMode="auto">
              <a:xfrm>
                <a:off x="2245" y="1147"/>
                <a:ext cx="272" cy="227"/>
                <a:chOff x="2552" y="1016"/>
                <a:chExt cx="227" cy="181"/>
              </a:xfrm>
            </p:grpSpPr>
            <p:grpSp>
              <p:nvGrpSpPr>
                <p:cNvPr id="310" name="Group 462"/>
                <p:cNvGrpSpPr>
                  <a:grpSpLocks/>
                </p:cNvGrpSpPr>
                <p:nvPr/>
              </p:nvGrpSpPr>
              <p:grpSpPr bwMode="auto">
                <a:xfrm>
                  <a:off x="2552" y="1016"/>
                  <a:ext cx="227" cy="181"/>
                  <a:chOff x="2746" y="1692"/>
                  <a:chExt cx="103" cy="67"/>
                </a:xfrm>
              </p:grpSpPr>
              <p:grpSp>
                <p:nvGrpSpPr>
                  <p:cNvPr id="312" name="Group 463"/>
                  <p:cNvGrpSpPr>
                    <a:grpSpLocks/>
                  </p:cNvGrpSpPr>
                  <p:nvPr/>
                </p:nvGrpSpPr>
                <p:grpSpPr bwMode="auto">
                  <a:xfrm flipH="1">
                    <a:off x="2746" y="1692"/>
                    <a:ext cx="102" cy="67"/>
                    <a:chOff x="611" y="1318"/>
                    <a:chExt cx="75" cy="65"/>
                  </a:xfrm>
                </p:grpSpPr>
                <p:sp>
                  <p:nvSpPr>
                    <p:cNvPr id="314" name="Oval 464"/>
                    <p:cNvSpPr>
                      <a:spLocks noChangeArrowheads="1"/>
                    </p:cNvSpPr>
                    <p:nvPr/>
                  </p:nvSpPr>
                  <p:spPr bwMode="auto">
                    <a:xfrm flipH="1">
                      <a:off x="618" y="1318"/>
                      <a:ext cx="48" cy="48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15" name="Oval 465"/>
                    <p:cNvSpPr>
                      <a:spLocks noChangeArrowheads="1"/>
                    </p:cNvSpPr>
                    <p:nvPr/>
                  </p:nvSpPr>
                  <p:spPr bwMode="auto">
                    <a:xfrm flipH="1">
                      <a:off x="621" y="1320"/>
                      <a:ext cx="43" cy="43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16" name="Dibujo 48"/>
                    <p:cNvSpPr>
                      <a:spLocks/>
                    </p:cNvSpPr>
                    <p:nvPr/>
                  </p:nvSpPr>
                  <p:spPr bwMode="auto">
                    <a:xfrm>
                      <a:off x="616" y="1348"/>
                      <a:ext cx="53" cy="24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w 16384"/>
                        <a:gd name="T11" fmla="*/ 0 h 16384"/>
                        <a:gd name="T12" fmla="*/ 0 w 16384"/>
                        <a:gd name="T13" fmla="*/ 0 h 16384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6384"/>
                        <a:gd name="T22" fmla="*/ 0 h 16384"/>
                        <a:gd name="T23" fmla="*/ 16384 w 16384"/>
                        <a:gd name="T24" fmla="*/ 16384 h 16384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6384" h="16384">
                          <a:moveTo>
                            <a:pt x="0" y="0"/>
                          </a:moveTo>
                          <a:lnTo>
                            <a:pt x="16384" y="0"/>
                          </a:lnTo>
                          <a:lnTo>
                            <a:pt x="16384" y="10426"/>
                          </a:lnTo>
                          <a:lnTo>
                            <a:pt x="13247" y="16384"/>
                          </a:lnTo>
                          <a:lnTo>
                            <a:pt x="3137" y="16384"/>
                          </a:lnTo>
                          <a:lnTo>
                            <a:pt x="0" y="10426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17" name="Dibujo 49"/>
                    <p:cNvSpPr>
                      <a:spLocks/>
                    </p:cNvSpPr>
                    <p:nvPr/>
                  </p:nvSpPr>
                  <p:spPr bwMode="auto">
                    <a:xfrm>
                      <a:off x="611" y="1344"/>
                      <a:ext cx="63" cy="4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384"/>
                        <a:gd name="T16" fmla="*/ 0 h 16384"/>
                        <a:gd name="T17" fmla="*/ 16384 w 16384"/>
                        <a:gd name="T18" fmla="*/ 16384 h 1638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384" h="16384">
                          <a:moveTo>
                            <a:pt x="0" y="0"/>
                          </a:moveTo>
                          <a:lnTo>
                            <a:pt x="0" y="16384"/>
                          </a:lnTo>
                          <a:lnTo>
                            <a:pt x="16384" y="16384"/>
                          </a:lnTo>
                          <a:lnTo>
                            <a:pt x="16384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18" name="Dibujo 50"/>
                    <p:cNvSpPr>
                      <a:spLocks/>
                    </p:cNvSpPr>
                    <p:nvPr/>
                  </p:nvSpPr>
                  <p:spPr bwMode="auto">
                    <a:xfrm>
                      <a:off x="611" y="1348"/>
                      <a:ext cx="5" cy="35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384"/>
                        <a:gd name="T16" fmla="*/ 0 h 16384"/>
                        <a:gd name="T17" fmla="*/ 16384 w 16384"/>
                        <a:gd name="T18" fmla="*/ 16384 h 1638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384" h="16384">
                          <a:moveTo>
                            <a:pt x="0" y="0"/>
                          </a:moveTo>
                          <a:lnTo>
                            <a:pt x="0" y="16384"/>
                          </a:lnTo>
                          <a:lnTo>
                            <a:pt x="16384" y="16384"/>
                          </a:lnTo>
                          <a:lnTo>
                            <a:pt x="16384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19" name="Dibujo 51"/>
                    <p:cNvSpPr>
                      <a:spLocks/>
                    </p:cNvSpPr>
                    <p:nvPr/>
                  </p:nvSpPr>
                  <p:spPr bwMode="auto">
                    <a:xfrm>
                      <a:off x="669" y="1348"/>
                      <a:ext cx="5" cy="35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384"/>
                        <a:gd name="T16" fmla="*/ 0 h 16384"/>
                        <a:gd name="T17" fmla="*/ 16384 w 16384"/>
                        <a:gd name="T18" fmla="*/ 16384 h 1638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384" h="16384">
                          <a:moveTo>
                            <a:pt x="0" y="0"/>
                          </a:moveTo>
                          <a:lnTo>
                            <a:pt x="0" y="16384"/>
                          </a:lnTo>
                          <a:lnTo>
                            <a:pt x="16384" y="16384"/>
                          </a:lnTo>
                          <a:lnTo>
                            <a:pt x="16384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grpSp>
                  <p:nvGrpSpPr>
                    <p:cNvPr id="320" name="Group 47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27" y="1365"/>
                      <a:ext cx="14" cy="13"/>
                      <a:chOff x="256" y="599"/>
                      <a:chExt cx="8" cy="7"/>
                    </a:xfrm>
                  </p:grpSpPr>
                  <p:sp>
                    <p:nvSpPr>
                      <p:cNvPr id="326" name="Dibujo 5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6" y="599"/>
                        <a:ext cx="8" cy="7"/>
                      </a:xfrm>
                      <a:custGeom>
                        <a:avLst/>
                        <a:gdLst>
                          <a:gd name="T0" fmla="*/ 0 w 16384"/>
                          <a:gd name="T1" fmla="*/ 0 h 16384"/>
                          <a:gd name="T2" fmla="*/ 0 w 16384"/>
                          <a:gd name="T3" fmla="*/ 0 h 16384"/>
                          <a:gd name="T4" fmla="*/ 0 w 16384"/>
                          <a:gd name="T5" fmla="*/ 0 h 16384"/>
                          <a:gd name="T6" fmla="*/ 0 w 16384"/>
                          <a:gd name="T7" fmla="*/ 0 h 16384"/>
                          <a:gd name="T8" fmla="*/ 0 w 16384"/>
                          <a:gd name="T9" fmla="*/ 0 h 1638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6384"/>
                          <a:gd name="T16" fmla="*/ 0 h 16384"/>
                          <a:gd name="T17" fmla="*/ 16384 w 16384"/>
                          <a:gd name="T18" fmla="*/ 16384 h 1638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6384" h="16384">
                            <a:moveTo>
                              <a:pt x="0" y="0"/>
                            </a:moveTo>
                            <a:lnTo>
                              <a:pt x="0" y="16384"/>
                            </a:lnTo>
                            <a:lnTo>
                              <a:pt x="16384" y="16384"/>
                            </a:lnTo>
                            <a:lnTo>
                              <a:pt x="16384" y="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5C5C5C"/>
                          </a:gs>
                          <a:gs pos="50000">
                            <a:srgbClr val="FFFFFF"/>
                          </a:gs>
                          <a:gs pos="100000">
                            <a:srgbClr val="5C5C5C"/>
                          </a:gs>
                        </a:gsLst>
                        <a:lin ang="0" scaled="1"/>
                      </a:gra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>
                        <a:lvl1pPr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4pPr>
                        <a:lvl5pPr marL="20574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9pPr>
                      </a:lstStyle>
                      <a:p>
                        <a:pPr marL="0" marR="0" lvl="0" indent="0" defTabSz="91440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CL" altLang="es-CL" sz="14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327" name="Dibujo 5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6" y="599"/>
                        <a:ext cx="8" cy="3"/>
                      </a:xfrm>
                      <a:custGeom>
                        <a:avLst/>
                        <a:gdLst>
                          <a:gd name="T0" fmla="*/ 0 w 16384"/>
                          <a:gd name="T1" fmla="*/ 0 h 16384"/>
                          <a:gd name="T2" fmla="*/ 0 w 16384"/>
                          <a:gd name="T3" fmla="*/ 0 h 16384"/>
                          <a:gd name="T4" fmla="*/ 0 w 16384"/>
                          <a:gd name="T5" fmla="*/ 0 h 16384"/>
                          <a:gd name="T6" fmla="*/ 0 w 16384"/>
                          <a:gd name="T7" fmla="*/ 0 h 16384"/>
                          <a:gd name="T8" fmla="*/ 0 w 16384"/>
                          <a:gd name="T9" fmla="*/ 0 h 1638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6384"/>
                          <a:gd name="T16" fmla="*/ 0 h 16384"/>
                          <a:gd name="T17" fmla="*/ 16384 w 16384"/>
                          <a:gd name="T18" fmla="*/ 16384 h 1638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6384" h="16384">
                            <a:moveTo>
                              <a:pt x="0" y="0"/>
                            </a:moveTo>
                            <a:lnTo>
                              <a:pt x="0" y="16384"/>
                            </a:lnTo>
                            <a:lnTo>
                              <a:pt x="16384" y="16384"/>
                            </a:lnTo>
                            <a:lnTo>
                              <a:pt x="16384" y="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5C5C5C"/>
                          </a:gs>
                          <a:gs pos="50000">
                            <a:srgbClr val="FFFFFF"/>
                          </a:gs>
                          <a:gs pos="100000">
                            <a:srgbClr val="5C5C5C"/>
                          </a:gs>
                        </a:gsLst>
                        <a:lin ang="0" scaled="1"/>
                      </a:gra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>
                        <a:lvl1pPr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4pPr>
                        <a:lvl5pPr marL="20574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9pPr>
                      </a:lstStyle>
                      <a:p>
                        <a:pPr marL="0" marR="0" lvl="0" indent="0" defTabSz="91440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CL" altLang="es-CL" sz="14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</a:endParaRPr>
                      </a:p>
                    </p:txBody>
                  </p:sp>
                </p:grpSp>
                <p:sp>
                  <p:nvSpPr>
                    <p:cNvPr id="321" name="Dibujo 56"/>
                    <p:cNvSpPr>
                      <a:spLocks/>
                    </p:cNvSpPr>
                    <p:nvPr/>
                  </p:nvSpPr>
                  <p:spPr bwMode="auto">
                    <a:xfrm>
                      <a:off x="632" y="1344"/>
                      <a:ext cx="23" cy="4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384"/>
                        <a:gd name="T16" fmla="*/ 0 h 16384"/>
                        <a:gd name="T17" fmla="*/ 16384 w 16384"/>
                        <a:gd name="T18" fmla="*/ 16384 h 1638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384" h="16384">
                          <a:moveTo>
                            <a:pt x="0" y="0"/>
                          </a:moveTo>
                          <a:lnTo>
                            <a:pt x="0" y="16384"/>
                          </a:lnTo>
                          <a:lnTo>
                            <a:pt x="16384" y="16384"/>
                          </a:lnTo>
                          <a:lnTo>
                            <a:pt x="16384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22" name="Dibujo 57"/>
                    <p:cNvSpPr>
                      <a:spLocks/>
                    </p:cNvSpPr>
                    <p:nvPr/>
                  </p:nvSpPr>
                  <p:spPr bwMode="auto">
                    <a:xfrm>
                      <a:off x="637" y="1336"/>
                      <a:ext cx="11" cy="10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w 16384"/>
                        <a:gd name="T11" fmla="*/ 0 h 16384"/>
                        <a:gd name="T12" fmla="*/ 0 w 16384"/>
                        <a:gd name="T13" fmla="*/ 0 h 16384"/>
                        <a:gd name="T14" fmla="*/ 0 w 16384"/>
                        <a:gd name="T15" fmla="*/ 0 h 16384"/>
                        <a:gd name="T16" fmla="*/ 0 w 16384"/>
                        <a:gd name="T17" fmla="*/ 0 h 16384"/>
                        <a:gd name="T18" fmla="*/ 0 w 16384"/>
                        <a:gd name="T19" fmla="*/ 0 h 16384"/>
                        <a:gd name="T20" fmla="*/ 0 w 16384"/>
                        <a:gd name="T21" fmla="*/ 0 h 16384"/>
                        <a:gd name="T22" fmla="*/ 0 w 16384"/>
                        <a:gd name="T23" fmla="*/ 0 h 16384"/>
                        <a:gd name="T24" fmla="*/ 0 w 16384"/>
                        <a:gd name="T25" fmla="*/ 0 h 16384"/>
                        <a:gd name="T26" fmla="*/ 0 w 16384"/>
                        <a:gd name="T27" fmla="*/ 0 h 16384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6384"/>
                        <a:gd name="T43" fmla="*/ 0 h 16384"/>
                        <a:gd name="T44" fmla="*/ 16384 w 16384"/>
                        <a:gd name="T45" fmla="*/ 16384 h 16384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6384" h="16384">
                          <a:moveTo>
                            <a:pt x="8192" y="0"/>
                          </a:moveTo>
                          <a:lnTo>
                            <a:pt x="3667" y="0"/>
                          </a:lnTo>
                          <a:lnTo>
                            <a:pt x="0" y="3667"/>
                          </a:lnTo>
                          <a:lnTo>
                            <a:pt x="0" y="8192"/>
                          </a:lnTo>
                          <a:lnTo>
                            <a:pt x="0" y="12717"/>
                          </a:lnTo>
                          <a:lnTo>
                            <a:pt x="3667" y="16384"/>
                          </a:lnTo>
                          <a:lnTo>
                            <a:pt x="8192" y="16384"/>
                          </a:lnTo>
                          <a:lnTo>
                            <a:pt x="12717" y="16384"/>
                          </a:lnTo>
                          <a:lnTo>
                            <a:pt x="16384" y="12717"/>
                          </a:lnTo>
                          <a:lnTo>
                            <a:pt x="16384" y="8192"/>
                          </a:lnTo>
                          <a:lnTo>
                            <a:pt x="16384" y="3667"/>
                          </a:lnTo>
                          <a:lnTo>
                            <a:pt x="12717" y="0"/>
                          </a:lnTo>
                          <a:lnTo>
                            <a:pt x="8192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23" name="Dibujo 58"/>
                    <p:cNvSpPr>
                      <a:spLocks/>
                    </p:cNvSpPr>
                    <p:nvPr/>
                  </p:nvSpPr>
                  <p:spPr bwMode="auto">
                    <a:xfrm>
                      <a:off x="637" y="1337"/>
                      <a:ext cx="11" cy="7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w 16384"/>
                        <a:gd name="T11" fmla="*/ 0 h 16384"/>
                        <a:gd name="T12" fmla="*/ 0 w 16384"/>
                        <a:gd name="T13" fmla="*/ 0 h 16384"/>
                        <a:gd name="T14" fmla="*/ 0 w 16384"/>
                        <a:gd name="T15" fmla="*/ 0 h 16384"/>
                        <a:gd name="T16" fmla="*/ 0 w 16384"/>
                        <a:gd name="T17" fmla="*/ 0 h 16384"/>
                        <a:gd name="T18" fmla="*/ 0 w 16384"/>
                        <a:gd name="T19" fmla="*/ 0 h 16384"/>
                        <a:gd name="T20" fmla="*/ 0 w 16384"/>
                        <a:gd name="T21" fmla="*/ 0 h 16384"/>
                        <a:gd name="T22" fmla="*/ 0 w 16384"/>
                        <a:gd name="T23" fmla="*/ 0 h 16384"/>
                        <a:gd name="T24" fmla="*/ 0 w 16384"/>
                        <a:gd name="T25" fmla="*/ 0 h 16384"/>
                        <a:gd name="T26" fmla="*/ 0 w 16384"/>
                        <a:gd name="T27" fmla="*/ 0 h 16384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6384"/>
                        <a:gd name="T43" fmla="*/ 0 h 16384"/>
                        <a:gd name="T44" fmla="*/ 16384 w 16384"/>
                        <a:gd name="T45" fmla="*/ 16384 h 16384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6384" h="16384">
                          <a:moveTo>
                            <a:pt x="8192" y="0"/>
                          </a:moveTo>
                          <a:lnTo>
                            <a:pt x="3667" y="0"/>
                          </a:lnTo>
                          <a:lnTo>
                            <a:pt x="0" y="3667"/>
                          </a:lnTo>
                          <a:lnTo>
                            <a:pt x="0" y="8192"/>
                          </a:lnTo>
                          <a:lnTo>
                            <a:pt x="0" y="12717"/>
                          </a:lnTo>
                          <a:lnTo>
                            <a:pt x="3667" y="16384"/>
                          </a:lnTo>
                          <a:lnTo>
                            <a:pt x="8192" y="16384"/>
                          </a:lnTo>
                          <a:lnTo>
                            <a:pt x="12717" y="16384"/>
                          </a:lnTo>
                          <a:lnTo>
                            <a:pt x="16384" y="12717"/>
                          </a:lnTo>
                          <a:lnTo>
                            <a:pt x="16384" y="8192"/>
                          </a:lnTo>
                          <a:lnTo>
                            <a:pt x="16384" y="3667"/>
                          </a:lnTo>
                          <a:lnTo>
                            <a:pt x="12717" y="0"/>
                          </a:lnTo>
                          <a:lnTo>
                            <a:pt x="8192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24" name="Dibujo 63"/>
                    <p:cNvSpPr>
                      <a:spLocks/>
                    </p:cNvSpPr>
                    <p:nvPr/>
                  </p:nvSpPr>
                  <p:spPr bwMode="auto">
                    <a:xfrm>
                      <a:off x="641" y="1339"/>
                      <a:ext cx="5" cy="5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w 16384"/>
                        <a:gd name="T11" fmla="*/ 0 h 16384"/>
                        <a:gd name="T12" fmla="*/ 0 w 16384"/>
                        <a:gd name="T13" fmla="*/ 0 h 16384"/>
                        <a:gd name="T14" fmla="*/ 0 w 16384"/>
                        <a:gd name="T15" fmla="*/ 0 h 16384"/>
                        <a:gd name="T16" fmla="*/ 0 w 16384"/>
                        <a:gd name="T17" fmla="*/ 0 h 16384"/>
                        <a:gd name="T18" fmla="*/ 0 w 16384"/>
                        <a:gd name="T19" fmla="*/ 0 h 16384"/>
                        <a:gd name="T20" fmla="*/ 0 w 16384"/>
                        <a:gd name="T21" fmla="*/ 0 h 16384"/>
                        <a:gd name="T22" fmla="*/ 0 w 16384"/>
                        <a:gd name="T23" fmla="*/ 0 h 16384"/>
                        <a:gd name="T24" fmla="*/ 0 w 16384"/>
                        <a:gd name="T25" fmla="*/ 0 h 16384"/>
                        <a:gd name="T26" fmla="*/ 0 w 16384"/>
                        <a:gd name="T27" fmla="*/ 0 h 16384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6384"/>
                        <a:gd name="T43" fmla="*/ 0 h 16384"/>
                        <a:gd name="T44" fmla="*/ 16384 w 16384"/>
                        <a:gd name="T45" fmla="*/ 16384 h 16384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6384" h="16384">
                          <a:moveTo>
                            <a:pt x="8192" y="0"/>
                          </a:moveTo>
                          <a:lnTo>
                            <a:pt x="3667" y="0"/>
                          </a:lnTo>
                          <a:lnTo>
                            <a:pt x="0" y="3667"/>
                          </a:lnTo>
                          <a:lnTo>
                            <a:pt x="0" y="8192"/>
                          </a:lnTo>
                          <a:lnTo>
                            <a:pt x="0" y="12717"/>
                          </a:lnTo>
                          <a:lnTo>
                            <a:pt x="3667" y="16384"/>
                          </a:lnTo>
                          <a:lnTo>
                            <a:pt x="8192" y="16384"/>
                          </a:lnTo>
                          <a:lnTo>
                            <a:pt x="12717" y="16384"/>
                          </a:lnTo>
                          <a:lnTo>
                            <a:pt x="16384" y="12717"/>
                          </a:lnTo>
                          <a:lnTo>
                            <a:pt x="16384" y="8192"/>
                          </a:lnTo>
                          <a:lnTo>
                            <a:pt x="16384" y="3667"/>
                          </a:lnTo>
                          <a:lnTo>
                            <a:pt x="12717" y="0"/>
                          </a:lnTo>
                          <a:lnTo>
                            <a:pt x="8192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25" name="Rectangle 4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4" y="1335"/>
                      <a:ext cx="12" cy="25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</p:grpSp>
              <p:sp>
                <p:nvSpPr>
                  <p:cNvPr id="313" name="Dibujo 51"/>
                  <p:cNvSpPr>
                    <a:spLocks/>
                  </p:cNvSpPr>
                  <p:nvPr/>
                </p:nvSpPr>
                <p:spPr bwMode="auto">
                  <a:xfrm flipH="1">
                    <a:off x="2844" y="1724"/>
                    <a:ext cx="5" cy="35"/>
                  </a:xfrm>
                  <a:custGeom>
                    <a:avLst/>
                    <a:gdLst>
                      <a:gd name="T0" fmla="*/ 0 w 16384"/>
                      <a:gd name="T1" fmla="*/ 0 h 16384"/>
                      <a:gd name="T2" fmla="*/ 0 w 16384"/>
                      <a:gd name="T3" fmla="*/ 0 h 16384"/>
                      <a:gd name="T4" fmla="*/ 0 w 16384"/>
                      <a:gd name="T5" fmla="*/ 0 h 16384"/>
                      <a:gd name="T6" fmla="*/ 0 w 16384"/>
                      <a:gd name="T7" fmla="*/ 0 h 16384"/>
                      <a:gd name="T8" fmla="*/ 0 w 16384"/>
                      <a:gd name="T9" fmla="*/ 0 h 163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6384"/>
                      <a:gd name="T16" fmla="*/ 0 h 16384"/>
                      <a:gd name="T17" fmla="*/ 16384 w 16384"/>
                      <a:gd name="T18" fmla="*/ 16384 h 163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6384" h="16384">
                        <a:moveTo>
                          <a:pt x="0" y="0"/>
                        </a:moveTo>
                        <a:lnTo>
                          <a:pt x="0" y="16384"/>
                        </a:lnTo>
                        <a:lnTo>
                          <a:pt x="16384" y="16384"/>
                        </a:lnTo>
                        <a:lnTo>
                          <a:pt x="1638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C5C5C"/>
                      </a:gs>
                      <a:gs pos="50000">
                        <a:srgbClr val="FFFFFF"/>
                      </a:gs>
                      <a:gs pos="100000">
                        <a:srgbClr val="5C5C5C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  <p:sp>
              <p:nvSpPr>
                <p:cNvPr id="311" name="Line 479"/>
                <p:cNvSpPr>
                  <a:spLocks noChangeShapeType="1"/>
                </p:cNvSpPr>
                <p:nvPr/>
              </p:nvSpPr>
              <p:spPr bwMode="auto">
                <a:xfrm>
                  <a:off x="2609" y="1094"/>
                  <a:ext cx="69" cy="52"/>
                </a:xfrm>
                <a:prstGeom prst="line">
                  <a:avLst/>
                </a:prstGeom>
                <a:noFill/>
                <a:ln w="12700">
                  <a:solidFill>
                    <a:srgbClr val="009999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grpSp>
            <p:nvGrpSpPr>
              <p:cNvPr id="272" name="Group 480"/>
              <p:cNvGrpSpPr>
                <a:grpSpLocks/>
              </p:cNvGrpSpPr>
              <p:nvPr/>
            </p:nvGrpSpPr>
            <p:grpSpPr bwMode="auto">
              <a:xfrm>
                <a:off x="2522" y="1147"/>
                <a:ext cx="272" cy="227"/>
                <a:chOff x="2552" y="1016"/>
                <a:chExt cx="227" cy="181"/>
              </a:xfrm>
            </p:grpSpPr>
            <p:grpSp>
              <p:nvGrpSpPr>
                <p:cNvPr id="292" name="Group 481"/>
                <p:cNvGrpSpPr>
                  <a:grpSpLocks/>
                </p:cNvGrpSpPr>
                <p:nvPr/>
              </p:nvGrpSpPr>
              <p:grpSpPr bwMode="auto">
                <a:xfrm>
                  <a:off x="2552" y="1016"/>
                  <a:ext cx="227" cy="181"/>
                  <a:chOff x="2746" y="1692"/>
                  <a:chExt cx="103" cy="67"/>
                </a:xfrm>
              </p:grpSpPr>
              <p:grpSp>
                <p:nvGrpSpPr>
                  <p:cNvPr id="294" name="Group 482"/>
                  <p:cNvGrpSpPr>
                    <a:grpSpLocks/>
                  </p:cNvGrpSpPr>
                  <p:nvPr/>
                </p:nvGrpSpPr>
                <p:grpSpPr bwMode="auto">
                  <a:xfrm flipH="1">
                    <a:off x="2746" y="1692"/>
                    <a:ext cx="102" cy="67"/>
                    <a:chOff x="611" y="1318"/>
                    <a:chExt cx="75" cy="65"/>
                  </a:xfrm>
                </p:grpSpPr>
                <p:sp>
                  <p:nvSpPr>
                    <p:cNvPr id="296" name="Oval 483"/>
                    <p:cNvSpPr>
                      <a:spLocks noChangeArrowheads="1"/>
                    </p:cNvSpPr>
                    <p:nvPr/>
                  </p:nvSpPr>
                  <p:spPr bwMode="auto">
                    <a:xfrm flipH="1">
                      <a:off x="618" y="1318"/>
                      <a:ext cx="48" cy="48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297" name="Oval 484"/>
                    <p:cNvSpPr>
                      <a:spLocks noChangeArrowheads="1"/>
                    </p:cNvSpPr>
                    <p:nvPr/>
                  </p:nvSpPr>
                  <p:spPr bwMode="auto">
                    <a:xfrm flipH="1">
                      <a:off x="621" y="1320"/>
                      <a:ext cx="43" cy="43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298" name="Dibujo 48"/>
                    <p:cNvSpPr>
                      <a:spLocks/>
                    </p:cNvSpPr>
                    <p:nvPr/>
                  </p:nvSpPr>
                  <p:spPr bwMode="auto">
                    <a:xfrm>
                      <a:off x="616" y="1348"/>
                      <a:ext cx="53" cy="24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w 16384"/>
                        <a:gd name="T11" fmla="*/ 0 h 16384"/>
                        <a:gd name="T12" fmla="*/ 0 w 16384"/>
                        <a:gd name="T13" fmla="*/ 0 h 16384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6384"/>
                        <a:gd name="T22" fmla="*/ 0 h 16384"/>
                        <a:gd name="T23" fmla="*/ 16384 w 16384"/>
                        <a:gd name="T24" fmla="*/ 16384 h 16384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6384" h="16384">
                          <a:moveTo>
                            <a:pt x="0" y="0"/>
                          </a:moveTo>
                          <a:lnTo>
                            <a:pt x="16384" y="0"/>
                          </a:lnTo>
                          <a:lnTo>
                            <a:pt x="16384" y="10426"/>
                          </a:lnTo>
                          <a:lnTo>
                            <a:pt x="13247" y="16384"/>
                          </a:lnTo>
                          <a:lnTo>
                            <a:pt x="3137" y="16384"/>
                          </a:lnTo>
                          <a:lnTo>
                            <a:pt x="0" y="10426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299" name="Dibujo 49"/>
                    <p:cNvSpPr>
                      <a:spLocks/>
                    </p:cNvSpPr>
                    <p:nvPr/>
                  </p:nvSpPr>
                  <p:spPr bwMode="auto">
                    <a:xfrm>
                      <a:off x="611" y="1344"/>
                      <a:ext cx="63" cy="4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384"/>
                        <a:gd name="T16" fmla="*/ 0 h 16384"/>
                        <a:gd name="T17" fmla="*/ 16384 w 16384"/>
                        <a:gd name="T18" fmla="*/ 16384 h 1638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384" h="16384">
                          <a:moveTo>
                            <a:pt x="0" y="0"/>
                          </a:moveTo>
                          <a:lnTo>
                            <a:pt x="0" y="16384"/>
                          </a:lnTo>
                          <a:lnTo>
                            <a:pt x="16384" y="16384"/>
                          </a:lnTo>
                          <a:lnTo>
                            <a:pt x="16384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00" name="Dibujo 50"/>
                    <p:cNvSpPr>
                      <a:spLocks/>
                    </p:cNvSpPr>
                    <p:nvPr/>
                  </p:nvSpPr>
                  <p:spPr bwMode="auto">
                    <a:xfrm>
                      <a:off x="611" y="1348"/>
                      <a:ext cx="5" cy="35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384"/>
                        <a:gd name="T16" fmla="*/ 0 h 16384"/>
                        <a:gd name="T17" fmla="*/ 16384 w 16384"/>
                        <a:gd name="T18" fmla="*/ 16384 h 1638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384" h="16384">
                          <a:moveTo>
                            <a:pt x="0" y="0"/>
                          </a:moveTo>
                          <a:lnTo>
                            <a:pt x="0" y="16384"/>
                          </a:lnTo>
                          <a:lnTo>
                            <a:pt x="16384" y="16384"/>
                          </a:lnTo>
                          <a:lnTo>
                            <a:pt x="16384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01" name="Dibujo 51"/>
                    <p:cNvSpPr>
                      <a:spLocks/>
                    </p:cNvSpPr>
                    <p:nvPr/>
                  </p:nvSpPr>
                  <p:spPr bwMode="auto">
                    <a:xfrm>
                      <a:off x="669" y="1348"/>
                      <a:ext cx="5" cy="35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384"/>
                        <a:gd name="T16" fmla="*/ 0 h 16384"/>
                        <a:gd name="T17" fmla="*/ 16384 w 16384"/>
                        <a:gd name="T18" fmla="*/ 16384 h 1638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384" h="16384">
                          <a:moveTo>
                            <a:pt x="0" y="0"/>
                          </a:moveTo>
                          <a:lnTo>
                            <a:pt x="0" y="16384"/>
                          </a:lnTo>
                          <a:lnTo>
                            <a:pt x="16384" y="16384"/>
                          </a:lnTo>
                          <a:lnTo>
                            <a:pt x="16384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grpSp>
                  <p:nvGrpSpPr>
                    <p:cNvPr id="302" name="Group 48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27" y="1365"/>
                      <a:ext cx="14" cy="13"/>
                      <a:chOff x="256" y="599"/>
                      <a:chExt cx="8" cy="7"/>
                    </a:xfrm>
                  </p:grpSpPr>
                  <p:sp>
                    <p:nvSpPr>
                      <p:cNvPr id="308" name="Dibujo 5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6" y="599"/>
                        <a:ext cx="8" cy="7"/>
                      </a:xfrm>
                      <a:custGeom>
                        <a:avLst/>
                        <a:gdLst>
                          <a:gd name="T0" fmla="*/ 0 w 16384"/>
                          <a:gd name="T1" fmla="*/ 0 h 16384"/>
                          <a:gd name="T2" fmla="*/ 0 w 16384"/>
                          <a:gd name="T3" fmla="*/ 0 h 16384"/>
                          <a:gd name="T4" fmla="*/ 0 w 16384"/>
                          <a:gd name="T5" fmla="*/ 0 h 16384"/>
                          <a:gd name="T6" fmla="*/ 0 w 16384"/>
                          <a:gd name="T7" fmla="*/ 0 h 16384"/>
                          <a:gd name="T8" fmla="*/ 0 w 16384"/>
                          <a:gd name="T9" fmla="*/ 0 h 1638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6384"/>
                          <a:gd name="T16" fmla="*/ 0 h 16384"/>
                          <a:gd name="T17" fmla="*/ 16384 w 16384"/>
                          <a:gd name="T18" fmla="*/ 16384 h 1638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6384" h="16384">
                            <a:moveTo>
                              <a:pt x="0" y="0"/>
                            </a:moveTo>
                            <a:lnTo>
                              <a:pt x="0" y="16384"/>
                            </a:lnTo>
                            <a:lnTo>
                              <a:pt x="16384" y="16384"/>
                            </a:lnTo>
                            <a:lnTo>
                              <a:pt x="16384" y="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5C5C5C"/>
                          </a:gs>
                          <a:gs pos="50000">
                            <a:srgbClr val="FFFFFF"/>
                          </a:gs>
                          <a:gs pos="100000">
                            <a:srgbClr val="5C5C5C"/>
                          </a:gs>
                        </a:gsLst>
                        <a:lin ang="0" scaled="1"/>
                      </a:gra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>
                        <a:lvl1pPr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4pPr>
                        <a:lvl5pPr marL="20574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9pPr>
                      </a:lstStyle>
                      <a:p>
                        <a:pPr marL="0" marR="0" lvl="0" indent="0" defTabSz="91440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CL" altLang="es-CL" sz="14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309" name="Dibujo 5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6" y="599"/>
                        <a:ext cx="8" cy="3"/>
                      </a:xfrm>
                      <a:custGeom>
                        <a:avLst/>
                        <a:gdLst>
                          <a:gd name="T0" fmla="*/ 0 w 16384"/>
                          <a:gd name="T1" fmla="*/ 0 h 16384"/>
                          <a:gd name="T2" fmla="*/ 0 w 16384"/>
                          <a:gd name="T3" fmla="*/ 0 h 16384"/>
                          <a:gd name="T4" fmla="*/ 0 w 16384"/>
                          <a:gd name="T5" fmla="*/ 0 h 16384"/>
                          <a:gd name="T6" fmla="*/ 0 w 16384"/>
                          <a:gd name="T7" fmla="*/ 0 h 16384"/>
                          <a:gd name="T8" fmla="*/ 0 w 16384"/>
                          <a:gd name="T9" fmla="*/ 0 h 1638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6384"/>
                          <a:gd name="T16" fmla="*/ 0 h 16384"/>
                          <a:gd name="T17" fmla="*/ 16384 w 16384"/>
                          <a:gd name="T18" fmla="*/ 16384 h 1638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6384" h="16384">
                            <a:moveTo>
                              <a:pt x="0" y="0"/>
                            </a:moveTo>
                            <a:lnTo>
                              <a:pt x="0" y="16384"/>
                            </a:lnTo>
                            <a:lnTo>
                              <a:pt x="16384" y="16384"/>
                            </a:lnTo>
                            <a:lnTo>
                              <a:pt x="16384" y="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5C5C5C"/>
                          </a:gs>
                          <a:gs pos="50000">
                            <a:srgbClr val="FFFFFF"/>
                          </a:gs>
                          <a:gs pos="100000">
                            <a:srgbClr val="5C5C5C"/>
                          </a:gs>
                        </a:gsLst>
                        <a:lin ang="0" scaled="1"/>
                      </a:gra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>
                        <a:lvl1pPr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4pPr>
                        <a:lvl5pPr marL="20574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9pPr>
                      </a:lstStyle>
                      <a:p>
                        <a:pPr marL="0" marR="0" lvl="0" indent="0" defTabSz="91440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CL" altLang="es-CL" sz="14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</a:endParaRPr>
                      </a:p>
                    </p:txBody>
                  </p:sp>
                </p:grpSp>
                <p:sp>
                  <p:nvSpPr>
                    <p:cNvPr id="303" name="Dibujo 56"/>
                    <p:cNvSpPr>
                      <a:spLocks/>
                    </p:cNvSpPr>
                    <p:nvPr/>
                  </p:nvSpPr>
                  <p:spPr bwMode="auto">
                    <a:xfrm>
                      <a:off x="632" y="1344"/>
                      <a:ext cx="23" cy="4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384"/>
                        <a:gd name="T16" fmla="*/ 0 h 16384"/>
                        <a:gd name="T17" fmla="*/ 16384 w 16384"/>
                        <a:gd name="T18" fmla="*/ 16384 h 1638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384" h="16384">
                          <a:moveTo>
                            <a:pt x="0" y="0"/>
                          </a:moveTo>
                          <a:lnTo>
                            <a:pt x="0" y="16384"/>
                          </a:lnTo>
                          <a:lnTo>
                            <a:pt x="16384" y="16384"/>
                          </a:lnTo>
                          <a:lnTo>
                            <a:pt x="16384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04" name="Dibujo 57"/>
                    <p:cNvSpPr>
                      <a:spLocks/>
                    </p:cNvSpPr>
                    <p:nvPr/>
                  </p:nvSpPr>
                  <p:spPr bwMode="auto">
                    <a:xfrm>
                      <a:off x="637" y="1336"/>
                      <a:ext cx="11" cy="10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w 16384"/>
                        <a:gd name="T11" fmla="*/ 0 h 16384"/>
                        <a:gd name="T12" fmla="*/ 0 w 16384"/>
                        <a:gd name="T13" fmla="*/ 0 h 16384"/>
                        <a:gd name="T14" fmla="*/ 0 w 16384"/>
                        <a:gd name="T15" fmla="*/ 0 h 16384"/>
                        <a:gd name="T16" fmla="*/ 0 w 16384"/>
                        <a:gd name="T17" fmla="*/ 0 h 16384"/>
                        <a:gd name="T18" fmla="*/ 0 w 16384"/>
                        <a:gd name="T19" fmla="*/ 0 h 16384"/>
                        <a:gd name="T20" fmla="*/ 0 w 16384"/>
                        <a:gd name="T21" fmla="*/ 0 h 16384"/>
                        <a:gd name="T22" fmla="*/ 0 w 16384"/>
                        <a:gd name="T23" fmla="*/ 0 h 16384"/>
                        <a:gd name="T24" fmla="*/ 0 w 16384"/>
                        <a:gd name="T25" fmla="*/ 0 h 16384"/>
                        <a:gd name="T26" fmla="*/ 0 w 16384"/>
                        <a:gd name="T27" fmla="*/ 0 h 16384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6384"/>
                        <a:gd name="T43" fmla="*/ 0 h 16384"/>
                        <a:gd name="T44" fmla="*/ 16384 w 16384"/>
                        <a:gd name="T45" fmla="*/ 16384 h 16384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6384" h="16384">
                          <a:moveTo>
                            <a:pt x="8192" y="0"/>
                          </a:moveTo>
                          <a:lnTo>
                            <a:pt x="3667" y="0"/>
                          </a:lnTo>
                          <a:lnTo>
                            <a:pt x="0" y="3667"/>
                          </a:lnTo>
                          <a:lnTo>
                            <a:pt x="0" y="8192"/>
                          </a:lnTo>
                          <a:lnTo>
                            <a:pt x="0" y="12717"/>
                          </a:lnTo>
                          <a:lnTo>
                            <a:pt x="3667" y="16384"/>
                          </a:lnTo>
                          <a:lnTo>
                            <a:pt x="8192" y="16384"/>
                          </a:lnTo>
                          <a:lnTo>
                            <a:pt x="12717" y="16384"/>
                          </a:lnTo>
                          <a:lnTo>
                            <a:pt x="16384" y="12717"/>
                          </a:lnTo>
                          <a:lnTo>
                            <a:pt x="16384" y="8192"/>
                          </a:lnTo>
                          <a:lnTo>
                            <a:pt x="16384" y="3667"/>
                          </a:lnTo>
                          <a:lnTo>
                            <a:pt x="12717" y="0"/>
                          </a:lnTo>
                          <a:lnTo>
                            <a:pt x="8192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05" name="Dibujo 58"/>
                    <p:cNvSpPr>
                      <a:spLocks/>
                    </p:cNvSpPr>
                    <p:nvPr/>
                  </p:nvSpPr>
                  <p:spPr bwMode="auto">
                    <a:xfrm>
                      <a:off x="637" y="1337"/>
                      <a:ext cx="11" cy="7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w 16384"/>
                        <a:gd name="T11" fmla="*/ 0 h 16384"/>
                        <a:gd name="T12" fmla="*/ 0 w 16384"/>
                        <a:gd name="T13" fmla="*/ 0 h 16384"/>
                        <a:gd name="T14" fmla="*/ 0 w 16384"/>
                        <a:gd name="T15" fmla="*/ 0 h 16384"/>
                        <a:gd name="T16" fmla="*/ 0 w 16384"/>
                        <a:gd name="T17" fmla="*/ 0 h 16384"/>
                        <a:gd name="T18" fmla="*/ 0 w 16384"/>
                        <a:gd name="T19" fmla="*/ 0 h 16384"/>
                        <a:gd name="T20" fmla="*/ 0 w 16384"/>
                        <a:gd name="T21" fmla="*/ 0 h 16384"/>
                        <a:gd name="T22" fmla="*/ 0 w 16384"/>
                        <a:gd name="T23" fmla="*/ 0 h 16384"/>
                        <a:gd name="T24" fmla="*/ 0 w 16384"/>
                        <a:gd name="T25" fmla="*/ 0 h 16384"/>
                        <a:gd name="T26" fmla="*/ 0 w 16384"/>
                        <a:gd name="T27" fmla="*/ 0 h 16384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6384"/>
                        <a:gd name="T43" fmla="*/ 0 h 16384"/>
                        <a:gd name="T44" fmla="*/ 16384 w 16384"/>
                        <a:gd name="T45" fmla="*/ 16384 h 16384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6384" h="16384">
                          <a:moveTo>
                            <a:pt x="8192" y="0"/>
                          </a:moveTo>
                          <a:lnTo>
                            <a:pt x="3667" y="0"/>
                          </a:lnTo>
                          <a:lnTo>
                            <a:pt x="0" y="3667"/>
                          </a:lnTo>
                          <a:lnTo>
                            <a:pt x="0" y="8192"/>
                          </a:lnTo>
                          <a:lnTo>
                            <a:pt x="0" y="12717"/>
                          </a:lnTo>
                          <a:lnTo>
                            <a:pt x="3667" y="16384"/>
                          </a:lnTo>
                          <a:lnTo>
                            <a:pt x="8192" y="16384"/>
                          </a:lnTo>
                          <a:lnTo>
                            <a:pt x="12717" y="16384"/>
                          </a:lnTo>
                          <a:lnTo>
                            <a:pt x="16384" y="12717"/>
                          </a:lnTo>
                          <a:lnTo>
                            <a:pt x="16384" y="8192"/>
                          </a:lnTo>
                          <a:lnTo>
                            <a:pt x="16384" y="3667"/>
                          </a:lnTo>
                          <a:lnTo>
                            <a:pt x="12717" y="0"/>
                          </a:lnTo>
                          <a:lnTo>
                            <a:pt x="8192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06" name="Dibujo 63"/>
                    <p:cNvSpPr>
                      <a:spLocks/>
                    </p:cNvSpPr>
                    <p:nvPr/>
                  </p:nvSpPr>
                  <p:spPr bwMode="auto">
                    <a:xfrm>
                      <a:off x="641" y="1339"/>
                      <a:ext cx="5" cy="5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w 16384"/>
                        <a:gd name="T11" fmla="*/ 0 h 16384"/>
                        <a:gd name="T12" fmla="*/ 0 w 16384"/>
                        <a:gd name="T13" fmla="*/ 0 h 16384"/>
                        <a:gd name="T14" fmla="*/ 0 w 16384"/>
                        <a:gd name="T15" fmla="*/ 0 h 16384"/>
                        <a:gd name="T16" fmla="*/ 0 w 16384"/>
                        <a:gd name="T17" fmla="*/ 0 h 16384"/>
                        <a:gd name="T18" fmla="*/ 0 w 16384"/>
                        <a:gd name="T19" fmla="*/ 0 h 16384"/>
                        <a:gd name="T20" fmla="*/ 0 w 16384"/>
                        <a:gd name="T21" fmla="*/ 0 h 16384"/>
                        <a:gd name="T22" fmla="*/ 0 w 16384"/>
                        <a:gd name="T23" fmla="*/ 0 h 16384"/>
                        <a:gd name="T24" fmla="*/ 0 w 16384"/>
                        <a:gd name="T25" fmla="*/ 0 h 16384"/>
                        <a:gd name="T26" fmla="*/ 0 w 16384"/>
                        <a:gd name="T27" fmla="*/ 0 h 16384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6384"/>
                        <a:gd name="T43" fmla="*/ 0 h 16384"/>
                        <a:gd name="T44" fmla="*/ 16384 w 16384"/>
                        <a:gd name="T45" fmla="*/ 16384 h 16384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6384" h="16384">
                          <a:moveTo>
                            <a:pt x="8192" y="0"/>
                          </a:moveTo>
                          <a:lnTo>
                            <a:pt x="3667" y="0"/>
                          </a:lnTo>
                          <a:lnTo>
                            <a:pt x="0" y="3667"/>
                          </a:lnTo>
                          <a:lnTo>
                            <a:pt x="0" y="8192"/>
                          </a:lnTo>
                          <a:lnTo>
                            <a:pt x="0" y="12717"/>
                          </a:lnTo>
                          <a:lnTo>
                            <a:pt x="3667" y="16384"/>
                          </a:lnTo>
                          <a:lnTo>
                            <a:pt x="8192" y="16384"/>
                          </a:lnTo>
                          <a:lnTo>
                            <a:pt x="12717" y="16384"/>
                          </a:lnTo>
                          <a:lnTo>
                            <a:pt x="16384" y="12717"/>
                          </a:lnTo>
                          <a:lnTo>
                            <a:pt x="16384" y="8192"/>
                          </a:lnTo>
                          <a:lnTo>
                            <a:pt x="16384" y="3667"/>
                          </a:lnTo>
                          <a:lnTo>
                            <a:pt x="12717" y="0"/>
                          </a:lnTo>
                          <a:lnTo>
                            <a:pt x="8192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307" name="Rectangle 4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4" y="1335"/>
                      <a:ext cx="12" cy="25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</p:grpSp>
              <p:sp>
                <p:nvSpPr>
                  <p:cNvPr id="295" name="Dibujo 51"/>
                  <p:cNvSpPr>
                    <a:spLocks/>
                  </p:cNvSpPr>
                  <p:nvPr/>
                </p:nvSpPr>
                <p:spPr bwMode="auto">
                  <a:xfrm flipH="1">
                    <a:off x="2844" y="1724"/>
                    <a:ext cx="5" cy="35"/>
                  </a:xfrm>
                  <a:custGeom>
                    <a:avLst/>
                    <a:gdLst>
                      <a:gd name="T0" fmla="*/ 0 w 16384"/>
                      <a:gd name="T1" fmla="*/ 0 h 16384"/>
                      <a:gd name="T2" fmla="*/ 0 w 16384"/>
                      <a:gd name="T3" fmla="*/ 0 h 16384"/>
                      <a:gd name="T4" fmla="*/ 0 w 16384"/>
                      <a:gd name="T5" fmla="*/ 0 h 16384"/>
                      <a:gd name="T6" fmla="*/ 0 w 16384"/>
                      <a:gd name="T7" fmla="*/ 0 h 16384"/>
                      <a:gd name="T8" fmla="*/ 0 w 16384"/>
                      <a:gd name="T9" fmla="*/ 0 h 163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6384"/>
                      <a:gd name="T16" fmla="*/ 0 h 16384"/>
                      <a:gd name="T17" fmla="*/ 16384 w 16384"/>
                      <a:gd name="T18" fmla="*/ 16384 h 163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6384" h="16384">
                        <a:moveTo>
                          <a:pt x="0" y="0"/>
                        </a:moveTo>
                        <a:lnTo>
                          <a:pt x="0" y="16384"/>
                        </a:lnTo>
                        <a:lnTo>
                          <a:pt x="16384" y="16384"/>
                        </a:lnTo>
                        <a:lnTo>
                          <a:pt x="1638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C5C5C"/>
                      </a:gs>
                      <a:gs pos="50000">
                        <a:srgbClr val="FFFFFF"/>
                      </a:gs>
                      <a:gs pos="100000">
                        <a:srgbClr val="5C5C5C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  <p:sp>
              <p:nvSpPr>
                <p:cNvPr id="293" name="Line 498"/>
                <p:cNvSpPr>
                  <a:spLocks noChangeShapeType="1"/>
                </p:cNvSpPr>
                <p:nvPr/>
              </p:nvSpPr>
              <p:spPr bwMode="auto">
                <a:xfrm>
                  <a:off x="2609" y="1094"/>
                  <a:ext cx="69" cy="52"/>
                </a:xfrm>
                <a:prstGeom prst="line">
                  <a:avLst/>
                </a:prstGeom>
                <a:noFill/>
                <a:ln w="12700">
                  <a:solidFill>
                    <a:srgbClr val="009999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grpSp>
            <p:nvGrpSpPr>
              <p:cNvPr id="273" name="Group 499"/>
              <p:cNvGrpSpPr>
                <a:grpSpLocks/>
              </p:cNvGrpSpPr>
              <p:nvPr/>
            </p:nvGrpSpPr>
            <p:grpSpPr bwMode="auto">
              <a:xfrm>
                <a:off x="2794" y="1142"/>
                <a:ext cx="272" cy="227"/>
                <a:chOff x="2552" y="1016"/>
                <a:chExt cx="227" cy="181"/>
              </a:xfrm>
            </p:grpSpPr>
            <p:grpSp>
              <p:nvGrpSpPr>
                <p:cNvPr id="274" name="Group 500"/>
                <p:cNvGrpSpPr>
                  <a:grpSpLocks/>
                </p:cNvGrpSpPr>
                <p:nvPr/>
              </p:nvGrpSpPr>
              <p:grpSpPr bwMode="auto">
                <a:xfrm>
                  <a:off x="2552" y="1016"/>
                  <a:ext cx="227" cy="181"/>
                  <a:chOff x="2746" y="1692"/>
                  <a:chExt cx="103" cy="67"/>
                </a:xfrm>
              </p:grpSpPr>
              <p:grpSp>
                <p:nvGrpSpPr>
                  <p:cNvPr id="276" name="Group 501"/>
                  <p:cNvGrpSpPr>
                    <a:grpSpLocks/>
                  </p:cNvGrpSpPr>
                  <p:nvPr/>
                </p:nvGrpSpPr>
                <p:grpSpPr bwMode="auto">
                  <a:xfrm flipH="1">
                    <a:off x="2746" y="1692"/>
                    <a:ext cx="102" cy="67"/>
                    <a:chOff x="611" y="1318"/>
                    <a:chExt cx="75" cy="65"/>
                  </a:xfrm>
                </p:grpSpPr>
                <p:sp>
                  <p:nvSpPr>
                    <p:cNvPr id="278" name="Oval 502"/>
                    <p:cNvSpPr>
                      <a:spLocks noChangeArrowheads="1"/>
                    </p:cNvSpPr>
                    <p:nvPr/>
                  </p:nvSpPr>
                  <p:spPr bwMode="auto">
                    <a:xfrm flipH="1">
                      <a:off x="618" y="1318"/>
                      <a:ext cx="48" cy="48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279" name="Oval 503"/>
                    <p:cNvSpPr>
                      <a:spLocks noChangeArrowheads="1"/>
                    </p:cNvSpPr>
                    <p:nvPr/>
                  </p:nvSpPr>
                  <p:spPr bwMode="auto">
                    <a:xfrm flipH="1">
                      <a:off x="621" y="1320"/>
                      <a:ext cx="43" cy="43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280" name="Dibujo 48"/>
                    <p:cNvSpPr>
                      <a:spLocks/>
                    </p:cNvSpPr>
                    <p:nvPr/>
                  </p:nvSpPr>
                  <p:spPr bwMode="auto">
                    <a:xfrm>
                      <a:off x="616" y="1348"/>
                      <a:ext cx="53" cy="24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w 16384"/>
                        <a:gd name="T11" fmla="*/ 0 h 16384"/>
                        <a:gd name="T12" fmla="*/ 0 w 16384"/>
                        <a:gd name="T13" fmla="*/ 0 h 16384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6384"/>
                        <a:gd name="T22" fmla="*/ 0 h 16384"/>
                        <a:gd name="T23" fmla="*/ 16384 w 16384"/>
                        <a:gd name="T24" fmla="*/ 16384 h 16384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6384" h="16384">
                          <a:moveTo>
                            <a:pt x="0" y="0"/>
                          </a:moveTo>
                          <a:lnTo>
                            <a:pt x="16384" y="0"/>
                          </a:lnTo>
                          <a:lnTo>
                            <a:pt x="16384" y="10426"/>
                          </a:lnTo>
                          <a:lnTo>
                            <a:pt x="13247" y="16384"/>
                          </a:lnTo>
                          <a:lnTo>
                            <a:pt x="3137" y="16384"/>
                          </a:lnTo>
                          <a:lnTo>
                            <a:pt x="0" y="10426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281" name="Dibujo 49"/>
                    <p:cNvSpPr>
                      <a:spLocks/>
                    </p:cNvSpPr>
                    <p:nvPr/>
                  </p:nvSpPr>
                  <p:spPr bwMode="auto">
                    <a:xfrm>
                      <a:off x="611" y="1344"/>
                      <a:ext cx="63" cy="4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384"/>
                        <a:gd name="T16" fmla="*/ 0 h 16384"/>
                        <a:gd name="T17" fmla="*/ 16384 w 16384"/>
                        <a:gd name="T18" fmla="*/ 16384 h 1638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384" h="16384">
                          <a:moveTo>
                            <a:pt x="0" y="0"/>
                          </a:moveTo>
                          <a:lnTo>
                            <a:pt x="0" y="16384"/>
                          </a:lnTo>
                          <a:lnTo>
                            <a:pt x="16384" y="16384"/>
                          </a:lnTo>
                          <a:lnTo>
                            <a:pt x="16384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282" name="Dibujo 50"/>
                    <p:cNvSpPr>
                      <a:spLocks/>
                    </p:cNvSpPr>
                    <p:nvPr/>
                  </p:nvSpPr>
                  <p:spPr bwMode="auto">
                    <a:xfrm>
                      <a:off x="611" y="1348"/>
                      <a:ext cx="5" cy="35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384"/>
                        <a:gd name="T16" fmla="*/ 0 h 16384"/>
                        <a:gd name="T17" fmla="*/ 16384 w 16384"/>
                        <a:gd name="T18" fmla="*/ 16384 h 1638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384" h="16384">
                          <a:moveTo>
                            <a:pt x="0" y="0"/>
                          </a:moveTo>
                          <a:lnTo>
                            <a:pt x="0" y="16384"/>
                          </a:lnTo>
                          <a:lnTo>
                            <a:pt x="16384" y="16384"/>
                          </a:lnTo>
                          <a:lnTo>
                            <a:pt x="16384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283" name="Dibujo 51"/>
                    <p:cNvSpPr>
                      <a:spLocks/>
                    </p:cNvSpPr>
                    <p:nvPr/>
                  </p:nvSpPr>
                  <p:spPr bwMode="auto">
                    <a:xfrm>
                      <a:off x="669" y="1348"/>
                      <a:ext cx="5" cy="35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384"/>
                        <a:gd name="T16" fmla="*/ 0 h 16384"/>
                        <a:gd name="T17" fmla="*/ 16384 w 16384"/>
                        <a:gd name="T18" fmla="*/ 16384 h 1638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384" h="16384">
                          <a:moveTo>
                            <a:pt x="0" y="0"/>
                          </a:moveTo>
                          <a:lnTo>
                            <a:pt x="0" y="16384"/>
                          </a:lnTo>
                          <a:lnTo>
                            <a:pt x="16384" y="16384"/>
                          </a:lnTo>
                          <a:lnTo>
                            <a:pt x="16384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grpSp>
                  <p:nvGrpSpPr>
                    <p:cNvPr id="284" name="Group 50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27" y="1365"/>
                      <a:ext cx="14" cy="13"/>
                      <a:chOff x="256" y="599"/>
                      <a:chExt cx="8" cy="7"/>
                    </a:xfrm>
                  </p:grpSpPr>
                  <p:sp>
                    <p:nvSpPr>
                      <p:cNvPr id="290" name="Dibujo 5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6" y="599"/>
                        <a:ext cx="8" cy="7"/>
                      </a:xfrm>
                      <a:custGeom>
                        <a:avLst/>
                        <a:gdLst>
                          <a:gd name="T0" fmla="*/ 0 w 16384"/>
                          <a:gd name="T1" fmla="*/ 0 h 16384"/>
                          <a:gd name="T2" fmla="*/ 0 w 16384"/>
                          <a:gd name="T3" fmla="*/ 0 h 16384"/>
                          <a:gd name="T4" fmla="*/ 0 w 16384"/>
                          <a:gd name="T5" fmla="*/ 0 h 16384"/>
                          <a:gd name="T6" fmla="*/ 0 w 16384"/>
                          <a:gd name="T7" fmla="*/ 0 h 16384"/>
                          <a:gd name="T8" fmla="*/ 0 w 16384"/>
                          <a:gd name="T9" fmla="*/ 0 h 1638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6384"/>
                          <a:gd name="T16" fmla="*/ 0 h 16384"/>
                          <a:gd name="T17" fmla="*/ 16384 w 16384"/>
                          <a:gd name="T18" fmla="*/ 16384 h 1638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6384" h="16384">
                            <a:moveTo>
                              <a:pt x="0" y="0"/>
                            </a:moveTo>
                            <a:lnTo>
                              <a:pt x="0" y="16384"/>
                            </a:lnTo>
                            <a:lnTo>
                              <a:pt x="16384" y="16384"/>
                            </a:lnTo>
                            <a:lnTo>
                              <a:pt x="16384" y="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5C5C5C"/>
                          </a:gs>
                          <a:gs pos="50000">
                            <a:srgbClr val="FFFFFF"/>
                          </a:gs>
                          <a:gs pos="100000">
                            <a:srgbClr val="5C5C5C"/>
                          </a:gs>
                        </a:gsLst>
                        <a:lin ang="0" scaled="1"/>
                      </a:gra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>
                        <a:lvl1pPr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4pPr>
                        <a:lvl5pPr marL="20574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9pPr>
                      </a:lstStyle>
                      <a:p>
                        <a:pPr marL="0" marR="0" lvl="0" indent="0" defTabSz="91440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CL" altLang="es-CL" sz="14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</a:endParaRPr>
                      </a:p>
                    </p:txBody>
                  </p:sp>
                  <p:sp>
                    <p:nvSpPr>
                      <p:cNvPr id="291" name="Dibujo 5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6" y="599"/>
                        <a:ext cx="8" cy="3"/>
                      </a:xfrm>
                      <a:custGeom>
                        <a:avLst/>
                        <a:gdLst>
                          <a:gd name="T0" fmla="*/ 0 w 16384"/>
                          <a:gd name="T1" fmla="*/ 0 h 16384"/>
                          <a:gd name="T2" fmla="*/ 0 w 16384"/>
                          <a:gd name="T3" fmla="*/ 0 h 16384"/>
                          <a:gd name="T4" fmla="*/ 0 w 16384"/>
                          <a:gd name="T5" fmla="*/ 0 h 16384"/>
                          <a:gd name="T6" fmla="*/ 0 w 16384"/>
                          <a:gd name="T7" fmla="*/ 0 h 16384"/>
                          <a:gd name="T8" fmla="*/ 0 w 16384"/>
                          <a:gd name="T9" fmla="*/ 0 h 16384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16384"/>
                          <a:gd name="T16" fmla="*/ 0 h 16384"/>
                          <a:gd name="T17" fmla="*/ 16384 w 16384"/>
                          <a:gd name="T18" fmla="*/ 16384 h 16384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16384" h="16384">
                            <a:moveTo>
                              <a:pt x="0" y="0"/>
                            </a:moveTo>
                            <a:lnTo>
                              <a:pt x="0" y="16384"/>
                            </a:lnTo>
                            <a:lnTo>
                              <a:pt x="16384" y="16384"/>
                            </a:lnTo>
                            <a:lnTo>
                              <a:pt x="16384" y="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gradFill rotWithShape="0">
                        <a:gsLst>
                          <a:gs pos="0">
                            <a:srgbClr val="5C5C5C"/>
                          </a:gs>
                          <a:gs pos="50000">
                            <a:srgbClr val="FFFFFF"/>
                          </a:gs>
                          <a:gs pos="100000">
                            <a:srgbClr val="5C5C5C"/>
                          </a:gs>
                        </a:gsLst>
                        <a:lin ang="0" scaled="1"/>
                      </a:gradFill>
                      <a:ln w="635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>
                        <a:lvl1pPr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1pPr>
                        <a:lvl2pPr marL="742950" indent="-28575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2pPr>
                        <a:lvl3pPr marL="11430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3pPr>
                        <a:lvl4pPr marL="16002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4pPr>
                        <a:lvl5pPr marL="2057400" indent="-228600" eaLnBrk="0" hangingPunct="0"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1400">
                            <a:solidFill>
                              <a:schemeClr val="tx1"/>
                            </a:solidFill>
                            <a:latin typeface="Arial" charset="0"/>
                          </a:defRPr>
                        </a:lvl9pPr>
                      </a:lstStyle>
                      <a:p>
                        <a:pPr marL="0" marR="0" lvl="0" indent="0" defTabSz="91440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CL" altLang="es-CL" sz="14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charset="0"/>
                        </a:endParaRPr>
                      </a:p>
                    </p:txBody>
                  </p:sp>
                </p:grpSp>
                <p:sp>
                  <p:nvSpPr>
                    <p:cNvPr id="285" name="Dibujo 56"/>
                    <p:cNvSpPr>
                      <a:spLocks/>
                    </p:cNvSpPr>
                    <p:nvPr/>
                  </p:nvSpPr>
                  <p:spPr bwMode="auto">
                    <a:xfrm>
                      <a:off x="632" y="1344"/>
                      <a:ext cx="23" cy="4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6384"/>
                        <a:gd name="T16" fmla="*/ 0 h 16384"/>
                        <a:gd name="T17" fmla="*/ 16384 w 16384"/>
                        <a:gd name="T18" fmla="*/ 16384 h 1638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6384" h="16384">
                          <a:moveTo>
                            <a:pt x="0" y="0"/>
                          </a:moveTo>
                          <a:lnTo>
                            <a:pt x="0" y="16384"/>
                          </a:lnTo>
                          <a:lnTo>
                            <a:pt x="16384" y="16384"/>
                          </a:lnTo>
                          <a:lnTo>
                            <a:pt x="16384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286" name="Dibujo 57"/>
                    <p:cNvSpPr>
                      <a:spLocks/>
                    </p:cNvSpPr>
                    <p:nvPr/>
                  </p:nvSpPr>
                  <p:spPr bwMode="auto">
                    <a:xfrm>
                      <a:off x="637" y="1336"/>
                      <a:ext cx="11" cy="10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w 16384"/>
                        <a:gd name="T11" fmla="*/ 0 h 16384"/>
                        <a:gd name="T12" fmla="*/ 0 w 16384"/>
                        <a:gd name="T13" fmla="*/ 0 h 16384"/>
                        <a:gd name="T14" fmla="*/ 0 w 16384"/>
                        <a:gd name="T15" fmla="*/ 0 h 16384"/>
                        <a:gd name="T16" fmla="*/ 0 w 16384"/>
                        <a:gd name="T17" fmla="*/ 0 h 16384"/>
                        <a:gd name="T18" fmla="*/ 0 w 16384"/>
                        <a:gd name="T19" fmla="*/ 0 h 16384"/>
                        <a:gd name="T20" fmla="*/ 0 w 16384"/>
                        <a:gd name="T21" fmla="*/ 0 h 16384"/>
                        <a:gd name="T22" fmla="*/ 0 w 16384"/>
                        <a:gd name="T23" fmla="*/ 0 h 16384"/>
                        <a:gd name="T24" fmla="*/ 0 w 16384"/>
                        <a:gd name="T25" fmla="*/ 0 h 16384"/>
                        <a:gd name="T26" fmla="*/ 0 w 16384"/>
                        <a:gd name="T27" fmla="*/ 0 h 16384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6384"/>
                        <a:gd name="T43" fmla="*/ 0 h 16384"/>
                        <a:gd name="T44" fmla="*/ 16384 w 16384"/>
                        <a:gd name="T45" fmla="*/ 16384 h 16384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6384" h="16384">
                          <a:moveTo>
                            <a:pt x="8192" y="0"/>
                          </a:moveTo>
                          <a:lnTo>
                            <a:pt x="3667" y="0"/>
                          </a:lnTo>
                          <a:lnTo>
                            <a:pt x="0" y="3667"/>
                          </a:lnTo>
                          <a:lnTo>
                            <a:pt x="0" y="8192"/>
                          </a:lnTo>
                          <a:lnTo>
                            <a:pt x="0" y="12717"/>
                          </a:lnTo>
                          <a:lnTo>
                            <a:pt x="3667" y="16384"/>
                          </a:lnTo>
                          <a:lnTo>
                            <a:pt x="8192" y="16384"/>
                          </a:lnTo>
                          <a:lnTo>
                            <a:pt x="12717" y="16384"/>
                          </a:lnTo>
                          <a:lnTo>
                            <a:pt x="16384" y="12717"/>
                          </a:lnTo>
                          <a:lnTo>
                            <a:pt x="16384" y="8192"/>
                          </a:lnTo>
                          <a:lnTo>
                            <a:pt x="16384" y="3667"/>
                          </a:lnTo>
                          <a:lnTo>
                            <a:pt x="12717" y="0"/>
                          </a:lnTo>
                          <a:lnTo>
                            <a:pt x="8192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287" name="Dibujo 58"/>
                    <p:cNvSpPr>
                      <a:spLocks/>
                    </p:cNvSpPr>
                    <p:nvPr/>
                  </p:nvSpPr>
                  <p:spPr bwMode="auto">
                    <a:xfrm>
                      <a:off x="637" y="1337"/>
                      <a:ext cx="11" cy="7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w 16384"/>
                        <a:gd name="T11" fmla="*/ 0 h 16384"/>
                        <a:gd name="T12" fmla="*/ 0 w 16384"/>
                        <a:gd name="T13" fmla="*/ 0 h 16384"/>
                        <a:gd name="T14" fmla="*/ 0 w 16384"/>
                        <a:gd name="T15" fmla="*/ 0 h 16384"/>
                        <a:gd name="T16" fmla="*/ 0 w 16384"/>
                        <a:gd name="T17" fmla="*/ 0 h 16384"/>
                        <a:gd name="T18" fmla="*/ 0 w 16384"/>
                        <a:gd name="T19" fmla="*/ 0 h 16384"/>
                        <a:gd name="T20" fmla="*/ 0 w 16384"/>
                        <a:gd name="T21" fmla="*/ 0 h 16384"/>
                        <a:gd name="T22" fmla="*/ 0 w 16384"/>
                        <a:gd name="T23" fmla="*/ 0 h 16384"/>
                        <a:gd name="T24" fmla="*/ 0 w 16384"/>
                        <a:gd name="T25" fmla="*/ 0 h 16384"/>
                        <a:gd name="T26" fmla="*/ 0 w 16384"/>
                        <a:gd name="T27" fmla="*/ 0 h 16384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6384"/>
                        <a:gd name="T43" fmla="*/ 0 h 16384"/>
                        <a:gd name="T44" fmla="*/ 16384 w 16384"/>
                        <a:gd name="T45" fmla="*/ 16384 h 16384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6384" h="16384">
                          <a:moveTo>
                            <a:pt x="8192" y="0"/>
                          </a:moveTo>
                          <a:lnTo>
                            <a:pt x="3667" y="0"/>
                          </a:lnTo>
                          <a:lnTo>
                            <a:pt x="0" y="3667"/>
                          </a:lnTo>
                          <a:lnTo>
                            <a:pt x="0" y="8192"/>
                          </a:lnTo>
                          <a:lnTo>
                            <a:pt x="0" y="12717"/>
                          </a:lnTo>
                          <a:lnTo>
                            <a:pt x="3667" y="16384"/>
                          </a:lnTo>
                          <a:lnTo>
                            <a:pt x="8192" y="16384"/>
                          </a:lnTo>
                          <a:lnTo>
                            <a:pt x="12717" y="16384"/>
                          </a:lnTo>
                          <a:lnTo>
                            <a:pt x="16384" y="12717"/>
                          </a:lnTo>
                          <a:lnTo>
                            <a:pt x="16384" y="8192"/>
                          </a:lnTo>
                          <a:lnTo>
                            <a:pt x="16384" y="3667"/>
                          </a:lnTo>
                          <a:lnTo>
                            <a:pt x="12717" y="0"/>
                          </a:lnTo>
                          <a:lnTo>
                            <a:pt x="8192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288" name="Dibujo 63"/>
                    <p:cNvSpPr>
                      <a:spLocks/>
                    </p:cNvSpPr>
                    <p:nvPr/>
                  </p:nvSpPr>
                  <p:spPr bwMode="auto">
                    <a:xfrm>
                      <a:off x="641" y="1339"/>
                      <a:ext cx="5" cy="5"/>
                    </a:xfrm>
                    <a:custGeom>
                      <a:avLst/>
                      <a:gdLst>
                        <a:gd name="T0" fmla="*/ 0 w 16384"/>
                        <a:gd name="T1" fmla="*/ 0 h 16384"/>
                        <a:gd name="T2" fmla="*/ 0 w 16384"/>
                        <a:gd name="T3" fmla="*/ 0 h 16384"/>
                        <a:gd name="T4" fmla="*/ 0 w 16384"/>
                        <a:gd name="T5" fmla="*/ 0 h 16384"/>
                        <a:gd name="T6" fmla="*/ 0 w 16384"/>
                        <a:gd name="T7" fmla="*/ 0 h 16384"/>
                        <a:gd name="T8" fmla="*/ 0 w 16384"/>
                        <a:gd name="T9" fmla="*/ 0 h 16384"/>
                        <a:gd name="T10" fmla="*/ 0 w 16384"/>
                        <a:gd name="T11" fmla="*/ 0 h 16384"/>
                        <a:gd name="T12" fmla="*/ 0 w 16384"/>
                        <a:gd name="T13" fmla="*/ 0 h 16384"/>
                        <a:gd name="T14" fmla="*/ 0 w 16384"/>
                        <a:gd name="T15" fmla="*/ 0 h 16384"/>
                        <a:gd name="T16" fmla="*/ 0 w 16384"/>
                        <a:gd name="T17" fmla="*/ 0 h 16384"/>
                        <a:gd name="T18" fmla="*/ 0 w 16384"/>
                        <a:gd name="T19" fmla="*/ 0 h 16384"/>
                        <a:gd name="T20" fmla="*/ 0 w 16384"/>
                        <a:gd name="T21" fmla="*/ 0 h 16384"/>
                        <a:gd name="T22" fmla="*/ 0 w 16384"/>
                        <a:gd name="T23" fmla="*/ 0 h 16384"/>
                        <a:gd name="T24" fmla="*/ 0 w 16384"/>
                        <a:gd name="T25" fmla="*/ 0 h 16384"/>
                        <a:gd name="T26" fmla="*/ 0 w 16384"/>
                        <a:gd name="T27" fmla="*/ 0 h 16384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6384"/>
                        <a:gd name="T43" fmla="*/ 0 h 16384"/>
                        <a:gd name="T44" fmla="*/ 16384 w 16384"/>
                        <a:gd name="T45" fmla="*/ 16384 h 16384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6384" h="16384">
                          <a:moveTo>
                            <a:pt x="8192" y="0"/>
                          </a:moveTo>
                          <a:lnTo>
                            <a:pt x="3667" y="0"/>
                          </a:lnTo>
                          <a:lnTo>
                            <a:pt x="0" y="3667"/>
                          </a:lnTo>
                          <a:lnTo>
                            <a:pt x="0" y="8192"/>
                          </a:lnTo>
                          <a:lnTo>
                            <a:pt x="0" y="12717"/>
                          </a:lnTo>
                          <a:lnTo>
                            <a:pt x="3667" y="16384"/>
                          </a:lnTo>
                          <a:lnTo>
                            <a:pt x="8192" y="16384"/>
                          </a:lnTo>
                          <a:lnTo>
                            <a:pt x="12717" y="16384"/>
                          </a:lnTo>
                          <a:lnTo>
                            <a:pt x="16384" y="12717"/>
                          </a:lnTo>
                          <a:lnTo>
                            <a:pt x="16384" y="8192"/>
                          </a:lnTo>
                          <a:lnTo>
                            <a:pt x="16384" y="3667"/>
                          </a:lnTo>
                          <a:lnTo>
                            <a:pt x="12717" y="0"/>
                          </a:lnTo>
                          <a:lnTo>
                            <a:pt x="8192" y="0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  <p:sp>
                  <p:nvSpPr>
                    <p:cNvPr id="289" name="Rectangle 5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4" y="1335"/>
                      <a:ext cx="12" cy="25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5C5C5C"/>
                        </a:gs>
                        <a:gs pos="50000">
                          <a:srgbClr val="FFFFFF"/>
                        </a:gs>
                        <a:gs pos="100000">
                          <a:srgbClr val="5C5C5C"/>
                        </a:gs>
                      </a:gsLst>
                      <a:lin ang="0" scaled="1"/>
                    </a:gradFill>
                    <a:ln w="635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CL" altLang="es-CL" sz="1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</a:endParaRPr>
                    </a:p>
                  </p:txBody>
                </p:sp>
              </p:grpSp>
              <p:sp>
                <p:nvSpPr>
                  <p:cNvPr id="277" name="Dibujo 51"/>
                  <p:cNvSpPr>
                    <a:spLocks/>
                  </p:cNvSpPr>
                  <p:nvPr/>
                </p:nvSpPr>
                <p:spPr bwMode="auto">
                  <a:xfrm flipH="1">
                    <a:off x="2844" y="1724"/>
                    <a:ext cx="5" cy="35"/>
                  </a:xfrm>
                  <a:custGeom>
                    <a:avLst/>
                    <a:gdLst>
                      <a:gd name="T0" fmla="*/ 0 w 16384"/>
                      <a:gd name="T1" fmla="*/ 0 h 16384"/>
                      <a:gd name="T2" fmla="*/ 0 w 16384"/>
                      <a:gd name="T3" fmla="*/ 0 h 16384"/>
                      <a:gd name="T4" fmla="*/ 0 w 16384"/>
                      <a:gd name="T5" fmla="*/ 0 h 16384"/>
                      <a:gd name="T6" fmla="*/ 0 w 16384"/>
                      <a:gd name="T7" fmla="*/ 0 h 16384"/>
                      <a:gd name="T8" fmla="*/ 0 w 16384"/>
                      <a:gd name="T9" fmla="*/ 0 h 163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6384"/>
                      <a:gd name="T16" fmla="*/ 0 h 16384"/>
                      <a:gd name="T17" fmla="*/ 16384 w 16384"/>
                      <a:gd name="T18" fmla="*/ 16384 h 163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6384" h="16384">
                        <a:moveTo>
                          <a:pt x="0" y="0"/>
                        </a:moveTo>
                        <a:lnTo>
                          <a:pt x="0" y="16384"/>
                        </a:lnTo>
                        <a:lnTo>
                          <a:pt x="16384" y="16384"/>
                        </a:lnTo>
                        <a:lnTo>
                          <a:pt x="1638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5C5C5C"/>
                      </a:gs>
                      <a:gs pos="50000">
                        <a:srgbClr val="FFFFFF"/>
                      </a:gs>
                      <a:gs pos="100000">
                        <a:srgbClr val="5C5C5C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  <p:sp>
              <p:nvSpPr>
                <p:cNvPr id="275" name="Line 517"/>
                <p:cNvSpPr>
                  <a:spLocks noChangeShapeType="1"/>
                </p:cNvSpPr>
                <p:nvPr/>
              </p:nvSpPr>
              <p:spPr bwMode="auto">
                <a:xfrm>
                  <a:off x="2609" y="1094"/>
                  <a:ext cx="69" cy="52"/>
                </a:xfrm>
                <a:prstGeom prst="line">
                  <a:avLst/>
                </a:prstGeom>
                <a:noFill/>
                <a:ln w="12700">
                  <a:solidFill>
                    <a:srgbClr val="009999"/>
                  </a:solidFill>
                  <a:round/>
                  <a:headE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</p:grpSp>
        <p:grpSp>
          <p:nvGrpSpPr>
            <p:cNvPr id="76" name="Group 518"/>
            <p:cNvGrpSpPr>
              <a:grpSpLocks/>
            </p:cNvGrpSpPr>
            <p:nvPr/>
          </p:nvGrpSpPr>
          <p:grpSpPr bwMode="auto">
            <a:xfrm>
              <a:off x="1681163" y="1196975"/>
              <a:ext cx="587375" cy="361950"/>
              <a:chOff x="1086" y="845"/>
              <a:chExt cx="363" cy="191"/>
            </a:xfrm>
          </p:grpSpPr>
          <p:sp>
            <p:nvSpPr>
              <p:cNvPr id="268" name="Line 519"/>
              <p:cNvSpPr>
                <a:spLocks noChangeShapeType="1"/>
              </p:cNvSpPr>
              <p:nvPr/>
            </p:nvSpPr>
            <p:spPr bwMode="auto">
              <a:xfrm>
                <a:off x="1091" y="945"/>
                <a:ext cx="0" cy="9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69" name="Line 520"/>
              <p:cNvSpPr>
                <a:spLocks noChangeShapeType="1"/>
              </p:cNvSpPr>
              <p:nvPr/>
            </p:nvSpPr>
            <p:spPr bwMode="auto">
              <a:xfrm>
                <a:off x="1086" y="940"/>
                <a:ext cx="363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70" name="Line 521"/>
              <p:cNvSpPr>
                <a:spLocks noChangeShapeType="1"/>
              </p:cNvSpPr>
              <p:nvPr/>
            </p:nvSpPr>
            <p:spPr bwMode="auto">
              <a:xfrm>
                <a:off x="1444" y="845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77" name="Group 522"/>
            <p:cNvGrpSpPr>
              <a:grpSpLocks/>
            </p:cNvGrpSpPr>
            <p:nvPr/>
          </p:nvGrpSpPr>
          <p:grpSpPr bwMode="auto">
            <a:xfrm>
              <a:off x="1350963" y="2063750"/>
              <a:ext cx="3352800" cy="3763963"/>
              <a:chOff x="878" y="1354"/>
              <a:chExt cx="2112" cy="2371"/>
            </a:xfrm>
          </p:grpSpPr>
          <p:sp>
            <p:nvSpPr>
              <p:cNvPr id="261" name="Line 523"/>
              <p:cNvSpPr>
                <a:spLocks noChangeShapeType="1"/>
              </p:cNvSpPr>
              <p:nvPr/>
            </p:nvSpPr>
            <p:spPr bwMode="auto">
              <a:xfrm flipH="1">
                <a:off x="2487" y="1558"/>
                <a:ext cx="227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62" name="Line 524"/>
              <p:cNvSpPr>
                <a:spLocks noChangeShapeType="1"/>
              </p:cNvSpPr>
              <p:nvPr/>
            </p:nvSpPr>
            <p:spPr bwMode="auto">
              <a:xfrm flipH="1">
                <a:off x="2490" y="1553"/>
                <a:ext cx="0" cy="21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63" name="Line 525"/>
              <p:cNvSpPr>
                <a:spLocks noChangeShapeType="1"/>
              </p:cNvSpPr>
              <p:nvPr/>
            </p:nvSpPr>
            <p:spPr bwMode="auto">
              <a:xfrm flipH="1">
                <a:off x="878" y="3720"/>
                <a:ext cx="161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64" name="Line 526"/>
              <p:cNvSpPr>
                <a:spLocks noChangeShapeType="1"/>
              </p:cNvSpPr>
              <p:nvPr/>
            </p:nvSpPr>
            <p:spPr bwMode="auto">
              <a:xfrm>
                <a:off x="2431" y="1359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65" name="Line 527"/>
              <p:cNvSpPr>
                <a:spLocks noChangeShapeType="1"/>
              </p:cNvSpPr>
              <p:nvPr/>
            </p:nvSpPr>
            <p:spPr bwMode="auto">
              <a:xfrm>
                <a:off x="2986" y="1354"/>
                <a:ext cx="0" cy="9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66" name="Line 528"/>
              <p:cNvSpPr>
                <a:spLocks noChangeShapeType="1"/>
              </p:cNvSpPr>
              <p:nvPr/>
            </p:nvSpPr>
            <p:spPr bwMode="auto">
              <a:xfrm>
                <a:off x="2708" y="1354"/>
                <a:ext cx="0" cy="20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67" name="Line 529"/>
              <p:cNvSpPr>
                <a:spLocks noChangeShapeType="1"/>
              </p:cNvSpPr>
              <p:nvPr/>
            </p:nvSpPr>
            <p:spPr bwMode="auto">
              <a:xfrm rot="5400000" flipH="1">
                <a:off x="2708" y="1162"/>
                <a:ext cx="0" cy="56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78" name="Group 530"/>
            <p:cNvGrpSpPr>
              <a:grpSpLocks/>
            </p:cNvGrpSpPr>
            <p:nvPr/>
          </p:nvGrpSpPr>
          <p:grpSpPr bwMode="auto">
            <a:xfrm>
              <a:off x="7885113" y="2511425"/>
              <a:ext cx="596900" cy="701675"/>
              <a:chOff x="4987" y="1636"/>
              <a:chExt cx="383" cy="391"/>
            </a:xfrm>
          </p:grpSpPr>
          <p:sp>
            <p:nvSpPr>
              <p:cNvPr id="256" name="Line 531"/>
              <p:cNvSpPr>
                <a:spLocks noChangeShapeType="1"/>
              </p:cNvSpPr>
              <p:nvPr/>
            </p:nvSpPr>
            <p:spPr bwMode="auto">
              <a:xfrm>
                <a:off x="5010" y="1868"/>
                <a:ext cx="0" cy="159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grpSp>
            <p:nvGrpSpPr>
              <p:cNvPr id="257" name="Group 532"/>
              <p:cNvGrpSpPr>
                <a:grpSpLocks/>
              </p:cNvGrpSpPr>
              <p:nvPr/>
            </p:nvGrpSpPr>
            <p:grpSpPr bwMode="auto">
              <a:xfrm>
                <a:off x="4987" y="1636"/>
                <a:ext cx="383" cy="314"/>
                <a:chOff x="4987" y="1636"/>
                <a:chExt cx="383" cy="314"/>
              </a:xfrm>
            </p:grpSpPr>
            <p:sp>
              <p:nvSpPr>
                <p:cNvPr id="258" name="Rectangle 533"/>
                <p:cNvSpPr>
                  <a:spLocks noChangeArrowheads="1"/>
                </p:cNvSpPr>
                <p:nvPr/>
              </p:nvSpPr>
              <p:spPr bwMode="auto">
                <a:xfrm rot="-5400000">
                  <a:off x="4987" y="1905"/>
                  <a:ext cx="45" cy="45"/>
                </a:xfrm>
                <a:prstGeom prst="rect">
                  <a:avLst/>
                </a:prstGeom>
                <a:gradFill rotWithShape="0">
                  <a:gsLst>
                    <a:gs pos="0">
                      <a:srgbClr val="3B0000"/>
                    </a:gs>
                    <a:gs pos="50000">
                      <a:srgbClr val="800000"/>
                    </a:gs>
                    <a:gs pos="100000">
                      <a:srgbClr val="3B0000"/>
                    </a:gs>
                  </a:gsLst>
                  <a:lin ang="5400000" scaled="1"/>
                </a:gradFill>
                <a:ln w="25400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59" name="Line 534"/>
                <p:cNvSpPr>
                  <a:spLocks noChangeShapeType="1"/>
                </p:cNvSpPr>
                <p:nvPr/>
              </p:nvSpPr>
              <p:spPr bwMode="auto">
                <a:xfrm>
                  <a:off x="5365" y="1636"/>
                  <a:ext cx="0" cy="227"/>
                </a:xfrm>
                <a:prstGeom prst="line">
                  <a:avLst/>
                </a:prstGeom>
                <a:noFill/>
                <a:ln w="19050">
                  <a:solidFill>
                    <a:srgbClr val="0099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60" name="Line 535"/>
                <p:cNvSpPr>
                  <a:spLocks noChangeShapeType="1"/>
                </p:cNvSpPr>
                <p:nvPr/>
              </p:nvSpPr>
              <p:spPr bwMode="auto">
                <a:xfrm>
                  <a:off x="5007" y="1868"/>
                  <a:ext cx="363" cy="0"/>
                </a:xfrm>
                <a:prstGeom prst="line">
                  <a:avLst/>
                </a:prstGeom>
                <a:noFill/>
                <a:ln w="19050">
                  <a:solidFill>
                    <a:srgbClr val="0099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</p:grpSp>
        <p:sp>
          <p:nvSpPr>
            <p:cNvPr id="79" name="Text Box 537"/>
            <p:cNvSpPr txBox="1">
              <a:spLocks noChangeArrowheads="1"/>
            </p:cNvSpPr>
            <p:nvPr/>
          </p:nvSpPr>
          <p:spPr bwMode="auto">
            <a:xfrm flipH="1">
              <a:off x="2344738" y="5359400"/>
              <a:ext cx="334962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8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x2</a:t>
              </a:r>
              <a:endParaRPr kumimoji="0" lang="es-ES" altLang="es-CL" sz="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80" name="Group 538"/>
            <p:cNvGrpSpPr>
              <a:grpSpLocks/>
            </p:cNvGrpSpPr>
            <p:nvPr/>
          </p:nvGrpSpPr>
          <p:grpSpPr bwMode="auto">
            <a:xfrm>
              <a:off x="1403350" y="3284538"/>
              <a:ext cx="647700" cy="792162"/>
              <a:chOff x="2105" y="1693"/>
              <a:chExt cx="133" cy="119"/>
            </a:xfrm>
          </p:grpSpPr>
          <p:grpSp>
            <p:nvGrpSpPr>
              <p:cNvPr id="240" name="Group 539"/>
              <p:cNvGrpSpPr>
                <a:grpSpLocks/>
              </p:cNvGrpSpPr>
              <p:nvPr/>
            </p:nvGrpSpPr>
            <p:grpSpPr bwMode="auto">
              <a:xfrm>
                <a:off x="2105" y="1693"/>
                <a:ext cx="133" cy="119"/>
                <a:chOff x="314" y="507"/>
                <a:chExt cx="126" cy="160"/>
              </a:xfrm>
            </p:grpSpPr>
            <p:grpSp>
              <p:nvGrpSpPr>
                <p:cNvPr id="244" name="Group 540"/>
                <p:cNvGrpSpPr>
                  <a:grpSpLocks/>
                </p:cNvGrpSpPr>
                <p:nvPr/>
              </p:nvGrpSpPr>
              <p:grpSpPr bwMode="auto">
                <a:xfrm>
                  <a:off x="314" y="535"/>
                  <a:ext cx="126" cy="132"/>
                  <a:chOff x="376" y="317"/>
                  <a:chExt cx="220" cy="158"/>
                </a:xfrm>
              </p:grpSpPr>
              <p:sp>
                <p:nvSpPr>
                  <p:cNvPr id="254" name="Rectangle 541"/>
                  <p:cNvSpPr>
                    <a:spLocks noChangeArrowheads="1"/>
                  </p:cNvSpPr>
                  <p:nvPr/>
                </p:nvSpPr>
                <p:spPr bwMode="auto">
                  <a:xfrm>
                    <a:off x="384" y="318"/>
                    <a:ext cx="204" cy="157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5C3700"/>
                      </a:gs>
                      <a:gs pos="50000">
                        <a:srgbClr val="FF9900"/>
                      </a:gs>
                      <a:gs pos="100000">
                        <a:srgbClr val="5C3700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255" name="Rectangle 542"/>
                  <p:cNvSpPr>
                    <a:spLocks noChangeArrowheads="1"/>
                  </p:cNvSpPr>
                  <p:nvPr/>
                </p:nvSpPr>
                <p:spPr bwMode="auto">
                  <a:xfrm>
                    <a:off x="376" y="317"/>
                    <a:ext cx="220" cy="2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5C3700"/>
                      </a:gs>
                      <a:gs pos="50000">
                        <a:srgbClr val="FF9900"/>
                      </a:gs>
                      <a:gs pos="100000">
                        <a:srgbClr val="5C3700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  <p:sp>
              <p:nvSpPr>
                <p:cNvPr id="245" name="Rectangle 543"/>
                <p:cNvSpPr>
                  <a:spLocks noChangeArrowheads="1"/>
                </p:cNvSpPr>
                <p:nvPr/>
              </p:nvSpPr>
              <p:spPr bwMode="auto">
                <a:xfrm>
                  <a:off x="363" y="514"/>
                  <a:ext cx="30" cy="17"/>
                </a:xfrm>
                <a:prstGeom prst="rect">
                  <a:avLst/>
                </a:prstGeom>
                <a:gradFill rotWithShape="0">
                  <a:gsLst>
                    <a:gs pos="0">
                      <a:srgbClr val="5C3700"/>
                    </a:gs>
                    <a:gs pos="50000">
                      <a:srgbClr val="FF9900"/>
                    </a:gs>
                    <a:gs pos="100000">
                      <a:srgbClr val="5C37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46" name="Rectangle 544"/>
                <p:cNvSpPr>
                  <a:spLocks noChangeArrowheads="1"/>
                </p:cNvSpPr>
                <p:nvPr/>
              </p:nvSpPr>
              <p:spPr bwMode="auto">
                <a:xfrm>
                  <a:off x="371" y="531"/>
                  <a:ext cx="14" cy="56"/>
                </a:xfrm>
                <a:prstGeom prst="rect">
                  <a:avLst/>
                </a:prstGeom>
                <a:gradFill rotWithShape="0">
                  <a:gsLst>
                    <a:gs pos="0">
                      <a:srgbClr val="5C3700"/>
                    </a:gs>
                    <a:gs pos="50000">
                      <a:srgbClr val="FF9900"/>
                    </a:gs>
                    <a:gs pos="100000">
                      <a:srgbClr val="5C37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47" name="Rectangle 545"/>
                <p:cNvSpPr>
                  <a:spLocks noChangeArrowheads="1"/>
                </p:cNvSpPr>
                <p:nvPr/>
              </p:nvSpPr>
              <p:spPr bwMode="auto">
                <a:xfrm>
                  <a:off x="375" y="587"/>
                  <a:ext cx="5" cy="74"/>
                </a:xfrm>
                <a:prstGeom prst="rect">
                  <a:avLst/>
                </a:prstGeom>
                <a:gradFill rotWithShape="0">
                  <a:gsLst>
                    <a:gs pos="0">
                      <a:srgbClr val="5C3700"/>
                    </a:gs>
                    <a:gs pos="50000">
                      <a:srgbClr val="FF9900"/>
                    </a:gs>
                    <a:gs pos="100000">
                      <a:srgbClr val="5C37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48" name="Rectangle 546"/>
                <p:cNvSpPr>
                  <a:spLocks noChangeArrowheads="1"/>
                </p:cNvSpPr>
                <p:nvPr/>
              </p:nvSpPr>
              <p:spPr bwMode="auto">
                <a:xfrm>
                  <a:off x="371" y="657"/>
                  <a:ext cx="13" cy="7"/>
                </a:xfrm>
                <a:prstGeom prst="rect">
                  <a:avLst/>
                </a:prstGeom>
                <a:gradFill rotWithShape="0">
                  <a:gsLst>
                    <a:gs pos="0">
                      <a:srgbClr val="5C3700"/>
                    </a:gs>
                    <a:gs pos="50000">
                      <a:srgbClr val="FF9900"/>
                    </a:gs>
                    <a:gs pos="100000">
                      <a:srgbClr val="5C37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49" name="Rectangle 547"/>
                <p:cNvSpPr>
                  <a:spLocks noChangeArrowheads="1"/>
                </p:cNvSpPr>
                <p:nvPr/>
              </p:nvSpPr>
              <p:spPr bwMode="auto">
                <a:xfrm>
                  <a:off x="384" y="659"/>
                  <a:ext cx="33" cy="4"/>
                </a:xfrm>
                <a:prstGeom prst="rect">
                  <a:avLst/>
                </a:prstGeom>
                <a:gradFill rotWithShape="0">
                  <a:gsLst>
                    <a:gs pos="0">
                      <a:srgbClr val="5C3700"/>
                    </a:gs>
                    <a:gs pos="50000">
                      <a:srgbClr val="FF9900"/>
                    </a:gs>
                    <a:gs pos="100000">
                      <a:srgbClr val="5C37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50" name="Rectangle 548"/>
                <p:cNvSpPr>
                  <a:spLocks noChangeArrowheads="1"/>
                </p:cNvSpPr>
                <p:nvPr/>
              </p:nvSpPr>
              <p:spPr bwMode="auto">
                <a:xfrm>
                  <a:off x="338" y="659"/>
                  <a:ext cx="33" cy="4"/>
                </a:xfrm>
                <a:prstGeom prst="rect">
                  <a:avLst/>
                </a:prstGeom>
                <a:gradFill rotWithShape="0">
                  <a:gsLst>
                    <a:gs pos="0">
                      <a:srgbClr val="5C3700"/>
                    </a:gs>
                    <a:gs pos="50000">
                      <a:srgbClr val="FF9900"/>
                    </a:gs>
                    <a:gs pos="100000">
                      <a:srgbClr val="5C37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51" name="Rectangle 549"/>
                <p:cNvSpPr>
                  <a:spLocks noChangeArrowheads="1"/>
                </p:cNvSpPr>
                <p:nvPr/>
              </p:nvSpPr>
              <p:spPr bwMode="auto">
                <a:xfrm>
                  <a:off x="319" y="636"/>
                  <a:ext cx="8" cy="31"/>
                </a:xfrm>
                <a:prstGeom prst="rect">
                  <a:avLst/>
                </a:prstGeom>
                <a:gradFill rotWithShape="0">
                  <a:gsLst>
                    <a:gs pos="0">
                      <a:srgbClr val="5C3700"/>
                    </a:gs>
                    <a:gs pos="50000">
                      <a:srgbClr val="FF9900"/>
                    </a:gs>
                    <a:gs pos="100000">
                      <a:srgbClr val="5C37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52" name="Rectangle 550"/>
                <p:cNvSpPr>
                  <a:spLocks noChangeArrowheads="1"/>
                </p:cNvSpPr>
                <p:nvPr/>
              </p:nvSpPr>
              <p:spPr bwMode="auto">
                <a:xfrm>
                  <a:off x="427" y="636"/>
                  <a:ext cx="8" cy="31"/>
                </a:xfrm>
                <a:prstGeom prst="rect">
                  <a:avLst/>
                </a:prstGeom>
                <a:gradFill rotWithShape="0">
                  <a:gsLst>
                    <a:gs pos="0">
                      <a:srgbClr val="5C3700"/>
                    </a:gs>
                    <a:gs pos="50000">
                      <a:srgbClr val="FF9900"/>
                    </a:gs>
                    <a:gs pos="100000">
                      <a:srgbClr val="5C37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53" name="Rectangle 551"/>
                <p:cNvSpPr>
                  <a:spLocks noChangeArrowheads="1"/>
                </p:cNvSpPr>
                <p:nvPr/>
              </p:nvSpPr>
              <p:spPr bwMode="auto">
                <a:xfrm>
                  <a:off x="371" y="507"/>
                  <a:ext cx="15" cy="7"/>
                </a:xfrm>
                <a:prstGeom prst="rect">
                  <a:avLst/>
                </a:prstGeom>
                <a:gradFill rotWithShape="0">
                  <a:gsLst>
                    <a:gs pos="0">
                      <a:srgbClr val="5C3700"/>
                    </a:gs>
                    <a:gs pos="50000">
                      <a:srgbClr val="FF9900"/>
                    </a:gs>
                    <a:gs pos="100000">
                      <a:srgbClr val="5C37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241" name="Rectangle 552"/>
              <p:cNvSpPr>
                <a:spLocks noChangeArrowheads="1"/>
              </p:cNvSpPr>
              <p:nvPr/>
            </p:nvSpPr>
            <p:spPr bwMode="auto">
              <a:xfrm>
                <a:off x="2165" y="1778"/>
                <a:ext cx="14" cy="5"/>
              </a:xfrm>
              <a:prstGeom prst="rect">
                <a:avLst/>
              </a:prstGeom>
              <a:gradFill rotWithShape="0">
                <a:gsLst>
                  <a:gs pos="0">
                    <a:srgbClr val="5C3700"/>
                  </a:gs>
                  <a:gs pos="50000">
                    <a:srgbClr val="FF9900"/>
                  </a:gs>
                  <a:gs pos="100000">
                    <a:srgbClr val="5C3700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42" name="Rectangle 553"/>
              <p:cNvSpPr>
                <a:spLocks noChangeArrowheads="1"/>
              </p:cNvSpPr>
              <p:nvPr/>
            </p:nvSpPr>
            <p:spPr bwMode="auto">
              <a:xfrm>
                <a:off x="2179" y="1779"/>
                <a:ext cx="35" cy="3"/>
              </a:xfrm>
              <a:prstGeom prst="rect">
                <a:avLst/>
              </a:prstGeom>
              <a:gradFill rotWithShape="0">
                <a:gsLst>
                  <a:gs pos="0">
                    <a:srgbClr val="5C3700"/>
                  </a:gs>
                  <a:gs pos="50000">
                    <a:srgbClr val="FF9900"/>
                  </a:gs>
                  <a:gs pos="100000">
                    <a:srgbClr val="5C3700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43" name="Rectangle 554"/>
              <p:cNvSpPr>
                <a:spLocks noChangeArrowheads="1"/>
              </p:cNvSpPr>
              <p:nvPr/>
            </p:nvSpPr>
            <p:spPr bwMode="auto">
              <a:xfrm>
                <a:off x="2130" y="1779"/>
                <a:ext cx="35" cy="3"/>
              </a:xfrm>
              <a:prstGeom prst="rect">
                <a:avLst/>
              </a:prstGeom>
              <a:gradFill rotWithShape="0">
                <a:gsLst>
                  <a:gs pos="0">
                    <a:srgbClr val="5C3700"/>
                  </a:gs>
                  <a:gs pos="50000">
                    <a:srgbClr val="FF9900"/>
                  </a:gs>
                  <a:gs pos="100000">
                    <a:srgbClr val="5C3700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81" name="Group 555"/>
            <p:cNvGrpSpPr>
              <a:grpSpLocks/>
            </p:cNvGrpSpPr>
            <p:nvPr/>
          </p:nvGrpSpPr>
          <p:grpSpPr bwMode="auto">
            <a:xfrm>
              <a:off x="1581150" y="2924175"/>
              <a:ext cx="398463" cy="479425"/>
              <a:chOff x="2983" y="2199"/>
              <a:chExt cx="187" cy="308"/>
            </a:xfrm>
          </p:grpSpPr>
          <p:sp>
            <p:nvSpPr>
              <p:cNvPr id="238" name="Line 556"/>
              <p:cNvSpPr>
                <a:spLocks noChangeShapeType="1"/>
              </p:cNvSpPr>
              <p:nvPr/>
            </p:nvSpPr>
            <p:spPr bwMode="auto">
              <a:xfrm flipH="1">
                <a:off x="2983" y="2199"/>
                <a:ext cx="0" cy="308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39" name="Line 557"/>
              <p:cNvSpPr>
                <a:spLocks noChangeShapeType="1"/>
              </p:cNvSpPr>
              <p:nvPr/>
            </p:nvSpPr>
            <p:spPr bwMode="auto">
              <a:xfrm flipH="1">
                <a:off x="2989" y="2205"/>
                <a:ext cx="181" cy="0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82" name="Group 558"/>
            <p:cNvGrpSpPr>
              <a:grpSpLocks/>
            </p:cNvGrpSpPr>
            <p:nvPr/>
          </p:nvGrpSpPr>
          <p:grpSpPr bwMode="auto">
            <a:xfrm>
              <a:off x="2043113" y="2995613"/>
              <a:ext cx="227012" cy="647700"/>
              <a:chOff x="1287" y="1887"/>
              <a:chExt cx="143" cy="591"/>
            </a:xfrm>
          </p:grpSpPr>
          <p:sp>
            <p:nvSpPr>
              <p:cNvPr id="236" name="Line 559"/>
              <p:cNvSpPr>
                <a:spLocks noChangeShapeType="1"/>
              </p:cNvSpPr>
              <p:nvPr/>
            </p:nvSpPr>
            <p:spPr bwMode="auto">
              <a:xfrm flipV="1">
                <a:off x="1287" y="2478"/>
                <a:ext cx="143" cy="0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37" name="Line 560"/>
              <p:cNvSpPr>
                <a:spLocks noChangeShapeType="1"/>
              </p:cNvSpPr>
              <p:nvPr/>
            </p:nvSpPr>
            <p:spPr bwMode="auto">
              <a:xfrm flipH="1" flipV="1">
                <a:off x="1425" y="1887"/>
                <a:ext cx="0" cy="591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83" name="Group 561"/>
            <p:cNvGrpSpPr>
              <a:grpSpLocks/>
            </p:cNvGrpSpPr>
            <p:nvPr/>
          </p:nvGrpSpPr>
          <p:grpSpPr bwMode="auto">
            <a:xfrm>
              <a:off x="2738438" y="3043238"/>
              <a:ext cx="347662" cy="547687"/>
              <a:chOff x="1900" y="1835"/>
              <a:chExt cx="219" cy="345"/>
            </a:xfrm>
          </p:grpSpPr>
          <p:grpSp>
            <p:nvGrpSpPr>
              <p:cNvPr id="212" name="Group 562"/>
              <p:cNvGrpSpPr>
                <a:grpSpLocks/>
              </p:cNvGrpSpPr>
              <p:nvPr/>
            </p:nvGrpSpPr>
            <p:grpSpPr bwMode="auto">
              <a:xfrm>
                <a:off x="1900" y="1835"/>
                <a:ext cx="183" cy="313"/>
                <a:chOff x="368" y="39"/>
                <a:chExt cx="34" cy="70"/>
              </a:xfrm>
            </p:grpSpPr>
            <p:sp>
              <p:nvSpPr>
                <p:cNvPr id="225" name="Rectangle 563"/>
                <p:cNvSpPr>
                  <a:spLocks noChangeArrowheads="1"/>
                </p:cNvSpPr>
                <p:nvPr/>
              </p:nvSpPr>
              <p:spPr bwMode="auto">
                <a:xfrm flipH="1">
                  <a:off x="381" y="59"/>
                  <a:ext cx="16" cy="27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26" name="Rectangle 564"/>
                <p:cNvSpPr>
                  <a:spLocks noChangeArrowheads="1"/>
                </p:cNvSpPr>
                <p:nvPr/>
              </p:nvSpPr>
              <p:spPr bwMode="auto">
                <a:xfrm flipH="1">
                  <a:off x="381" y="43"/>
                  <a:ext cx="16" cy="27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27" name="Rectangle 565"/>
                <p:cNvSpPr>
                  <a:spLocks noChangeArrowheads="1"/>
                </p:cNvSpPr>
                <p:nvPr/>
              </p:nvSpPr>
              <p:spPr bwMode="auto">
                <a:xfrm flipH="1">
                  <a:off x="379" y="49"/>
                  <a:ext cx="20" cy="14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grpSp>
              <p:nvGrpSpPr>
                <p:cNvPr id="228" name="Group 566"/>
                <p:cNvGrpSpPr>
                  <a:grpSpLocks/>
                </p:cNvGrpSpPr>
                <p:nvPr/>
              </p:nvGrpSpPr>
              <p:grpSpPr bwMode="auto">
                <a:xfrm>
                  <a:off x="381" y="86"/>
                  <a:ext cx="16" cy="23"/>
                  <a:chOff x="381" y="73"/>
                  <a:chExt cx="16" cy="23"/>
                </a:xfrm>
              </p:grpSpPr>
              <p:sp>
                <p:nvSpPr>
                  <p:cNvPr id="234" name="AutoShape 567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81" y="73"/>
                    <a:ext cx="16" cy="23"/>
                  </a:xfrm>
                  <a:prstGeom prst="triangle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4A5C"/>
                      </a:gs>
                      <a:gs pos="50000">
                        <a:srgbClr val="00CCFF"/>
                      </a:gs>
                      <a:gs pos="100000">
                        <a:srgbClr val="004A5C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235" name="Rectangle 568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387" y="90"/>
                    <a:ext cx="4" cy="6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004A5C"/>
                      </a:gs>
                      <a:gs pos="50000">
                        <a:srgbClr val="00CCFF"/>
                      </a:gs>
                      <a:gs pos="100000">
                        <a:srgbClr val="004A5C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  <p:sp>
              <p:nvSpPr>
                <p:cNvPr id="229" name="Rectangle 569"/>
                <p:cNvSpPr>
                  <a:spLocks noChangeArrowheads="1"/>
                </p:cNvSpPr>
                <p:nvPr/>
              </p:nvSpPr>
              <p:spPr bwMode="auto">
                <a:xfrm flipH="1">
                  <a:off x="386" y="39"/>
                  <a:ext cx="6" cy="4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30" name="Rectangle 570"/>
                <p:cNvSpPr>
                  <a:spLocks noChangeArrowheads="1"/>
                </p:cNvSpPr>
                <p:nvPr/>
              </p:nvSpPr>
              <p:spPr bwMode="auto">
                <a:xfrm flipH="1">
                  <a:off x="379" y="70"/>
                  <a:ext cx="20" cy="3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31" name="Rectangle 571"/>
                <p:cNvSpPr>
                  <a:spLocks noChangeArrowheads="1"/>
                </p:cNvSpPr>
                <p:nvPr/>
              </p:nvSpPr>
              <p:spPr bwMode="auto">
                <a:xfrm flipH="1">
                  <a:off x="375" y="51"/>
                  <a:ext cx="27" cy="10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32" name="Rectangle 572"/>
                <p:cNvSpPr>
                  <a:spLocks noChangeArrowheads="1"/>
                </p:cNvSpPr>
                <p:nvPr/>
              </p:nvSpPr>
              <p:spPr bwMode="auto">
                <a:xfrm>
                  <a:off x="368" y="53"/>
                  <a:ext cx="7" cy="5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33" name="Rectangle 573"/>
                <p:cNvSpPr>
                  <a:spLocks noChangeArrowheads="1"/>
                </p:cNvSpPr>
                <p:nvPr/>
              </p:nvSpPr>
              <p:spPr bwMode="auto">
                <a:xfrm flipH="1">
                  <a:off x="379" y="83"/>
                  <a:ext cx="20" cy="3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grpSp>
            <p:nvGrpSpPr>
              <p:cNvPr id="213" name="Group 574"/>
              <p:cNvGrpSpPr>
                <a:grpSpLocks/>
              </p:cNvGrpSpPr>
              <p:nvPr/>
            </p:nvGrpSpPr>
            <p:grpSpPr bwMode="auto">
              <a:xfrm>
                <a:off x="1936" y="1867"/>
                <a:ext cx="183" cy="313"/>
                <a:chOff x="368" y="39"/>
                <a:chExt cx="34" cy="70"/>
              </a:xfrm>
            </p:grpSpPr>
            <p:sp>
              <p:nvSpPr>
                <p:cNvPr id="214" name="Rectangle 575"/>
                <p:cNvSpPr>
                  <a:spLocks noChangeArrowheads="1"/>
                </p:cNvSpPr>
                <p:nvPr/>
              </p:nvSpPr>
              <p:spPr bwMode="auto">
                <a:xfrm flipH="1">
                  <a:off x="381" y="59"/>
                  <a:ext cx="16" cy="27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15" name="Rectangle 576"/>
                <p:cNvSpPr>
                  <a:spLocks noChangeArrowheads="1"/>
                </p:cNvSpPr>
                <p:nvPr/>
              </p:nvSpPr>
              <p:spPr bwMode="auto">
                <a:xfrm flipH="1">
                  <a:off x="381" y="43"/>
                  <a:ext cx="16" cy="27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16" name="Rectangle 577"/>
                <p:cNvSpPr>
                  <a:spLocks noChangeArrowheads="1"/>
                </p:cNvSpPr>
                <p:nvPr/>
              </p:nvSpPr>
              <p:spPr bwMode="auto">
                <a:xfrm flipH="1">
                  <a:off x="379" y="49"/>
                  <a:ext cx="20" cy="14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grpSp>
              <p:nvGrpSpPr>
                <p:cNvPr id="217" name="Group 578"/>
                <p:cNvGrpSpPr>
                  <a:grpSpLocks/>
                </p:cNvGrpSpPr>
                <p:nvPr/>
              </p:nvGrpSpPr>
              <p:grpSpPr bwMode="auto">
                <a:xfrm>
                  <a:off x="381" y="86"/>
                  <a:ext cx="16" cy="23"/>
                  <a:chOff x="381" y="73"/>
                  <a:chExt cx="16" cy="23"/>
                </a:xfrm>
              </p:grpSpPr>
              <p:sp>
                <p:nvSpPr>
                  <p:cNvPr id="223" name="AutoShape 579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81" y="73"/>
                    <a:ext cx="16" cy="23"/>
                  </a:xfrm>
                  <a:prstGeom prst="triangle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4A5C"/>
                      </a:gs>
                      <a:gs pos="50000">
                        <a:srgbClr val="00CCFF"/>
                      </a:gs>
                      <a:gs pos="100000">
                        <a:srgbClr val="004A5C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224" name="Rectangle 580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387" y="90"/>
                    <a:ext cx="4" cy="6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004A5C"/>
                      </a:gs>
                      <a:gs pos="50000">
                        <a:srgbClr val="00CCFF"/>
                      </a:gs>
                      <a:gs pos="100000">
                        <a:srgbClr val="004A5C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  <p:sp>
              <p:nvSpPr>
                <p:cNvPr id="218" name="Rectangle 581"/>
                <p:cNvSpPr>
                  <a:spLocks noChangeArrowheads="1"/>
                </p:cNvSpPr>
                <p:nvPr/>
              </p:nvSpPr>
              <p:spPr bwMode="auto">
                <a:xfrm flipH="1">
                  <a:off x="386" y="39"/>
                  <a:ext cx="6" cy="4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19" name="Rectangle 582"/>
                <p:cNvSpPr>
                  <a:spLocks noChangeArrowheads="1"/>
                </p:cNvSpPr>
                <p:nvPr/>
              </p:nvSpPr>
              <p:spPr bwMode="auto">
                <a:xfrm flipH="1">
                  <a:off x="379" y="70"/>
                  <a:ext cx="20" cy="3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20" name="Rectangle 583"/>
                <p:cNvSpPr>
                  <a:spLocks noChangeArrowheads="1"/>
                </p:cNvSpPr>
                <p:nvPr/>
              </p:nvSpPr>
              <p:spPr bwMode="auto">
                <a:xfrm flipH="1">
                  <a:off x="375" y="51"/>
                  <a:ext cx="27" cy="10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21" name="Rectangle 584"/>
                <p:cNvSpPr>
                  <a:spLocks noChangeArrowheads="1"/>
                </p:cNvSpPr>
                <p:nvPr/>
              </p:nvSpPr>
              <p:spPr bwMode="auto">
                <a:xfrm>
                  <a:off x="368" y="53"/>
                  <a:ext cx="7" cy="5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22" name="Rectangle 585"/>
                <p:cNvSpPr>
                  <a:spLocks noChangeArrowheads="1"/>
                </p:cNvSpPr>
                <p:nvPr/>
              </p:nvSpPr>
              <p:spPr bwMode="auto">
                <a:xfrm flipH="1">
                  <a:off x="379" y="83"/>
                  <a:ext cx="20" cy="3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</p:grpSp>
        <p:sp>
          <p:nvSpPr>
            <p:cNvPr id="84" name="Rectangle 586"/>
            <p:cNvSpPr>
              <a:spLocks noChangeArrowheads="1"/>
            </p:cNvSpPr>
            <p:nvPr/>
          </p:nvSpPr>
          <p:spPr bwMode="auto">
            <a:xfrm>
              <a:off x="1403350" y="5434013"/>
              <a:ext cx="576263" cy="215900"/>
            </a:xfrm>
            <a:prstGeom prst="rect">
              <a:avLst/>
            </a:prstGeom>
            <a:gradFill rotWithShape="0">
              <a:gsLst>
                <a:gs pos="0">
                  <a:srgbClr val="5C2500"/>
                </a:gs>
                <a:gs pos="50000">
                  <a:srgbClr val="FF6600"/>
                </a:gs>
                <a:gs pos="100000">
                  <a:srgbClr val="5C2500"/>
                </a:gs>
              </a:gsLst>
              <a:lin ang="0" scaled="1"/>
            </a:gra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alt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85" name="Group 587"/>
            <p:cNvGrpSpPr>
              <a:grpSpLocks/>
            </p:cNvGrpSpPr>
            <p:nvPr/>
          </p:nvGrpSpPr>
          <p:grpSpPr bwMode="auto">
            <a:xfrm flipH="1">
              <a:off x="1979613" y="4437063"/>
              <a:ext cx="1781175" cy="1133475"/>
              <a:chOff x="924" y="2733"/>
              <a:chExt cx="1111" cy="850"/>
            </a:xfrm>
          </p:grpSpPr>
          <p:sp>
            <p:nvSpPr>
              <p:cNvPr id="209" name="Line 588"/>
              <p:cNvSpPr>
                <a:spLocks noChangeShapeType="1"/>
              </p:cNvSpPr>
              <p:nvPr/>
            </p:nvSpPr>
            <p:spPr bwMode="auto">
              <a:xfrm>
                <a:off x="924" y="2739"/>
                <a:ext cx="136" cy="0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10" name="Line 589"/>
              <p:cNvSpPr>
                <a:spLocks noChangeShapeType="1"/>
              </p:cNvSpPr>
              <p:nvPr/>
            </p:nvSpPr>
            <p:spPr bwMode="auto">
              <a:xfrm>
                <a:off x="924" y="2733"/>
                <a:ext cx="1" cy="850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211" name="Line 590"/>
              <p:cNvSpPr>
                <a:spLocks noChangeShapeType="1"/>
              </p:cNvSpPr>
              <p:nvPr/>
            </p:nvSpPr>
            <p:spPr bwMode="auto">
              <a:xfrm>
                <a:off x="924" y="3581"/>
                <a:ext cx="1111" cy="0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86" name="Group 591"/>
            <p:cNvGrpSpPr>
              <a:grpSpLocks/>
            </p:cNvGrpSpPr>
            <p:nvPr/>
          </p:nvGrpSpPr>
          <p:grpSpPr bwMode="auto">
            <a:xfrm flipH="1">
              <a:off x="3222625" y="4276725"/>
              <a:ext cx="341313" cy="620713"/>
              <a:chOff x="1040" y="2631"/>
              <a:chExt cx="219" cy="345"/>
            </a:xfrm>
          </p:grpSpPr>
          <p:grpSp>
            <p:nvGrpSpPr>
              <p:cNvPr id="185" name="Group 592"/>
              <p:cNvGrpSpPr>
                <a:grpSpLocks/>
              </p:cNvGrpSpPr>
              <p:nvPr/>
            </p:nvGrpSpPr>
            <p:grpSpPr bwMode="auto">
              <a:xfrm>
                <a:off x="1040" y="2631"/>
                <a:ext cx="183" cy="313"/>
                <a:chOff x="368" y="39"/>
                <a:chExt cx="34" cy="70"/>
              </a:xfrm>
            </p:grpSpPr>
            <p:sp>
              <p:nvSpPr>
                <p:cNvPr id="198" name="Rectangle 593"/>
                <p:cNvSpPr>
                  <a:spLocks noChangeArrowheads="1"/>
                </p:cNvSpPr>
                <p:nvPr/>
              </p:nvSpPr>
              <p:spPr bwMode="auto">
                <a:xfrm flipH="1">
                  <a:off x="381" y="59"/>
                  <a:ext cx="16" cy="27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99" name="Rectangle 594"/>
                <p:cNvSpPr>
                  <a:spLocks noChangeArrowheads="1"/>
                </p:cNvSpPr>
                <p:nvPr/>
              </p:nvSpPr>
              <p:spPr bwMode="auto">
                <a:xfrm flipH="1">
                  <a:off x="381" y="43"/>
                  <a:ext cx="16" cy="27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00" name="Rectangle 595"/>
                <p:cNvSpPr>
                  <a:spLocks noChangeArrowheads="1"/>
                </p:cNvSpPr>
                <p:nvPr/>
              </p:nvSpPr>
              <p:spPr bwMode="auto">
                <a:xfrm flipH="1">
                  <a:off x="379" y="49"/>
                  <a:ext cx="20" cy="14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grpSp>
              <p:nvGrpSpPr>
                <p:cNvPr id="201" name="Group 596"/>
                <p:cNvGrpSpPr>
                  <a:grpSpLocks/>
                </p:cNvGrpSpPr>
                <p:nvPr/>
              </p:nvGrpSpPr>
              <p:grpSpPr bwMode="auto">
                <a:xfrm>
                  <a:off x="381" y="86"/>
                  <a:ext cx="16" cy="23"/>
                  <a:chOff x="381" y="73"/>
                  <a:chExt cx="16" cy="23"/>
                </a:xfrm>
              </p:grpSpPr>
              <p:sp>
                <p:nvSpPr>
                  <p:cNvPr id="207" name="AutoShape 597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81" y="73"/>
                    <a:ext cx="16" cy="23"/>
                  </a:xfrm>
                  <a:prstGeom prst="triangle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4A5C"/>
                      </a:gs>
                      <a:gs pos="50000">
                        <a:srgbClr val="00CCFF"/>
                      </a:gs>
                      <a:gs pos="100000">
                        <a:srgbClr val="004A5C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208" name="Rectangle 598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387" y="90"/>
                    <a:ext cx="4" cy="6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004A5C"/>
                      </a:gs>
                      <a:gs pos="50000">
                        <a:srgbClr val="00CCFF"/>
                      </a:gs>
                      <a:gs pos="100000">
                        <a:srgbClr val="004A5C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  <p:sp>
              <p:nvSpPr>
                <p:cNvPr id="202" name="Rectangle 599"/>
                <p:cNvSpPr>
                  <a:spLocks noChangeArrowheads="1"/>
                </p:cNvSpPr>
                <p:nvPr/>
              </p:nvSpPr>
              <p:spPr bwMode="auto">
                <a:xfrm flipH="1">
                  <a:off x="386" y="39"/>
                  <a:ext cx="6" cy="4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03" name="Rectangle 600"/>
                <p:cNvSpPr>
                  <a:spLocks noChangeArrowheads="1"/>
                </p:cNvSpPr>
                <p:nvPr/>
              </p:nvSpPr>
              <p:spPr bwMode="auto">
                <a:xfrm flipH="1">
                  <a:off x="379" y="70"/>
                  <a:ext cx="20" cy="3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04" name="Rectangle 601"/>
                <p:cNvSpPr>
                  <a:spLocks noChangeArrowheads="1"/>
                </p:cNvSpPr>
                <p:nvPr/>
              </p:nvSpPr>
              <p:spPr bwMode="auto">
                <a:xfrm flipH="1">
                  <a:off x="375" y="51"/>
                  <a:ext cx="27" cy="10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05" name="Rectangle 602"/>
                <p:cNvSpPr>
                  <a:spLocks noChangeArrowheads="1"/>
                </p:cNvSpPr>
                <p:nvPr/>
              </p:nvSpPr>
              <p:spPr bwMode="auto">
                <a:xfrm>
                  <a:off x="368" y="53"/>
                  <a:ext cx="7" cy="5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206" name="Rectangle 603"/>
                <p:cNvSpPr>
                  <a:spLocks noChangeArrowheads="1"/>
                </p:cNvSpPr>
                <p:nvPr/>
              </p:nvSpPr>
              <p:spPr bwMode="auto">
                <a:xfrm flipH="1">
                  <a:off x="379" y="83"/>
                  <a:ext cx="20" cy="3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grpSp>
            <p:nvGrpSpPr>
              <p:cNvPr id="186" name="Group 604"/>
              <p:cNvGrpSpPr>
                <a:grpSpLocks/>
              </p:cNvGrpSpPr>
              <p:nvPr/>
            </p:nvGrpSpPr>
            <p:grpSpPr bwMode="auto">
              <a:xfrm>
                <a:off x="1076" y="2663"/>
                <a:ext cx="183" cy="313"/>
                <a:chOff x="368" y="39"/>
                <a:chExt cx="34" cy="70"/>
              </a:xfrm>
            </p:grpSpPr>
            <p:sp>
              <p:nvSpPr>
                <p:cNvPr id="187" name="Rectangle 605"/>
                <p:cNvSpPr>
                  <a:spLocks noChangeArrowheads="1"/>
                </p:cNvSpPr>
                <p:nvPr/>
              </p:nvSpPr>
              <p:spPr bwMode="auto">
                <a:xfrm flipH="1">
                  <a:off x="381" y="59"/>
                  <a:ext cx="16" cy="27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88" name="Rectangle 606"/>
                <p:cNvSpPr>
                  <a:spLocks noChangeArrowheads="1"/>
                </p:cNvSpPr>
                <p:nvPr/>
              </p:nvSpPr>
              <p:spPr bwMode="auto">
                <a:xfrm flipH="1">
                  <a:off x="381" y="43"/>
                  <a:ext cx="16" cy="27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89" name="Rectangle 607"/>
                <p:cNvSpPr>
                  <a:spLocks noChangeArrowheads="1"/>
                </p:cNvSpPr>
                <p:nvPr/>
              </p:nvSpPr>
              <p:spPr bwMode="auto">
                <a:xfrm flipH="1">
                  <a:off x="379" y="49"/>
                  <a:ext cx="20" cy="14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grpSp>
              <p:nvGrpSpPr>
                <p:cNvPr id="190" name="Group 608"/>
                <p:cNvGrpSpPr>
                  <a:grpSpLocks/>
                </p:cNvGrpSpPr>
                <p:nvPr/>
              </p:nvGrpSpPr>
              <p:grpSpPr bwMode="auto">
                <a:xfrm>
                  <a:off x="381" y="86"/>
                  <a:ext cx="16" cy="23"/>
                  <a:chOff x="381" y="73"/>
                  <a:chExt cx="16" cy="23"/>
                </a:xfrm>
              </p:grpSpPr>
              <p:sp>
                <p:nvSpPr>
                  <p:cNvPr id="196" name="AutoShape 609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81" y="73"/>
                    <a:ext cx="16" cy="23"/>
                  </a:xfrm>
                  <a:prstGeom prst="triangle">
                    <a:avLst>
                      <a:gd name="adj" fmla="val 50000"/>
                    </a:avLst>
                  </a:prstGeom>
                  <a:gradFill rotWithShape="0">
                    <a:gsLst>
                      <a:gs pos="0">
                        <a:srgbClr val="004A5C"/>
                      </a:gs>
                      <a:gs pos="50000">
                        <a:srgbClr val="00CCFF"/>
                      </a:gs>
                      <a:gs pos="100000">
                        <a:srgbClr val="004A5C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197" name="Rectangle 610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387" y="90"/>
                    <a:ext cx="4" cy="6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004A5C"/>
                      </a:gs>
                      <a:gs pos="50000">
                        <a:srgbClr val="00CCFF"/>
                      </a:gs>
                      <a:gs pos="100000">
                        <a:srgbClr val="004A5C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  <p:sp>
              <p:nvSpPr>
                <p:cNvPr id="191" name="Rectangle 611"/>
                <p:cNvSpPr>
                  <a:spLocks noChangeArrowheads="1"/>
                </p:cNvSpPr>
                <p:nvPr/>
              </p:nvSpPr>
              <p:spPr bwMode="auto">
                <a:xfrm flipH="1">
                  <a:off x="386" y="39"/>
                  <a:ext cx="6" cy="4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92" name="Rectangle 612"/>
                <p:cNvSpPr>
                  <a:spLocks noChangeArrowheads="1"/>
                </p:cNvSpPr>
                <p:nvPr/>
              </p:nvSpPr>
              <p:spPr bwMode="auto">
                <a:xfrm flipH="1">
                  <a:off x="379" y="70"/>
                  <a:ext cx="20" cy="3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93" name="Rectangle 613"/>
                <p:cNvSpPr>
                  <a:spLocks noChangeArrowheads="1"/>
                </p:cNvSpPr>
                <p:nvPr/>
              </p:nvSpPr>
              <p:spPr bwMode="auto">
                <a:xfrm flipH="1">
                  <a:off x="375" y="51"/>
                  <a:ext cx="27" cy="10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94" name="Rectangle 614"/>
                <p:cNvSpPr>
                  <a:spLocks noChangeArrowheads="1"/>
                </p:cNvSpPr>
                <p:nvPr/>
              </p:nvSpPr>
              <p:spPr bwMode="auto">
                <a:xfrm>
                  <a:off x="368" y="53"/>
                  <a:ext cx="7" cy="5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95" name="Rectangle 615"/>
                <p:cNvSpPr>
                  <a:spLocks noChangeArrowheads="1"/>
                </p:cNvSpPr>
                <p:nvPr/>
              </p:nvSpPr>
              <p:spPr bwMode="auto">
                <a:xfrm flipH="1">
                  <a:off x="379" y="83"/>
                  <a:ext cx="20" cy="3"/>
                </a:xfrm>
                <a:prstGeom prst="rect">
                  <a:avLst/>
                </a:prstGeom>
                <a:gradFill rotWithShape="0">
                  <a:gsLst>
                    <a:gs pos="0">
                      <a:srgbClr val="004A5C"/>
                    </a:gs>
                    <a:gs pos="50000">
                      <a:srgbClr val="00CCFF"/>
                    </a:gs>
                    <a:gs pos="100000">
                      <a:srgbClr val="004A5C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</p:grpSp>
        <p:grpSp>
          <p:nvGrpSpPr>
            <p:cNvPr id="87" name="Group 616"/>
            <p:cNvGrpSpPr>
              <a:grpSpLocks/>
            </p:cNvGrpSpPr>
            <p:nvPr/>
          </p:nvGrpSpPr>
          <p:grpSpPr bwMode="auto">
            <a:xfrm>
              <a:off x="3370263" y="476250"/>
              <a:ext cx="1133475" cy="3771900"/>
              <a:chOff x="2417" y="408"/>
              <a:chExt cx="714" cy="2135"/>
            </a:xfrm>
          </p:grpSpPr>
          <p:sp>
            <p:nvSpPr>
              <p:cNvPr id="181" name="Line 617"/>
              <p:cNvSpPr>
                <a:spLocks noChangeShapeType="1"/>
              </p:cNvSpPr>
              <p:nvPr/>
            </p:nvSpPr>
            <p:spPr bwMode="auto">
              <a:xfrm flipV="1">
                <a:off x="2417" y="435"/>
                <a:ext cx="0" cy="2108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82" name="Line 618"/>
              <p:cNvSpPr>
                <a:spLocks noChangeShapeType="1"/>
              </p:cNvSpPr>
              <p:nvPr/>
            </p:nvSpPr>
            <p:spPr bwMode="auto">
              <a:xfrm>
                <a:off x="2424" y="435"/>
                <a:ext cx="703" cy="0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83" name="Line 619"/>
              <p:cNvSpPr>
                <a:spLocks noChangeShapeType="1"/>
              </p:cNvSpPr>
              <p:nvPr/>
            </p:nvSpPr>
            <p:spPr bwMode="auto">
              <a:xfrm>
                <a:off x="3131" y="435"/>
                <a:ext cx="0" cy="91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84" name="Rectangle 620"/>
              <p:cNvSpPr>
                <a:spLocks noChangeArrowheads="1"/>
              </p:cNvSpPr>
              <p:nvPr/>
            </p:nvSpPr>
            <p:spPr bwMode="auto">
              <a:xfrm rot="-5400000">
                <a:off x="2629" y="384"/>
                <a:ext cx="44" cy="91"/>
              </a:xfrm>
              <a:prstGeom prst="rect">
                <a:avLst/>
              </a:prstGeom>
              <a:gradFill rotWithShape="0">
                <a:gsLst>
                  <a:gs pos="0">
                    <a:srgbClr val="3B0000"/>
                  </a:gs>
                  <a:gs pos="50000">
                    <a:srgbClr val="800000"/>
                  </a:gs>
                  <a:gs pos="100000">
                    <a:srgbClr val="3B0000"/>
                  </a:gs>
                </a:gsLst>
                <a:lin ang="5400000" scaled="1"/>
              </a:gradFill>
              <a:ln w="25400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88" name="Group 621"/>
            <p:cNvGrpSpPr>
              <a:grpSpLocks/>
            </p:cNvGrpSpPr>
            <p:nvPr/>
          </p:nvGrpSpPr>
          <p:grpSpPr bwMode="auto">
            <a:xfrm flipH="1">
              <a:off x="2247900" y="5011738"/>
              <a:ext cx="1152525" cy="504825"/>
              <a:chOff x="257" y="971"/>
              <a:chExt cx="206" cy="106"/>
            </a:xfrm>
          </p:grpSpPr>
          <p:sp>
            <p:nvSpPr>
              <p:cNvPr id="139" name="Rectangle 622"/>
              <p:cNvSpPr>
                <a:spLocks noChangeArrowheads="1"/>
              </p:cNvSpPr>
              <p:nvPr/>
            </p:nvSpPr>
            <p:spPr bwMode="auto">
              <a:xfrm>
                <a:off x="305" y="977"/>
                <a:ext cx="138" cy="94"/>
              </a:xfrm>
              <a:prstGeom prst="rect">
                <a:avLst/>
              </a:prstGeom>
              <a:gradFill rotWithShape="0">
                <a:gsLst>
                  <a:gs pos="0">
                    <a:srgbClr val="124A12"/>
                  </a:gs>
                  <a:gs pos="50000">
                    <a:srgbClr val="33CC33"/>
                  </a:gs>
                  <a:gs pos="100000">
                    <a:srgbClr val="124A12"/>
                  </a:gs>
                </a:gsLst>
                <a:lin ang="540000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40" name="Freeform 623"/>
              <p:cNvSpPr>
                <a:spLocks/>
              </p:cNvSpPr>
              <p:nvPr/>
            </p:nvSpPr>
            <p:spPr bwMode="auto">
              <a:xfrm>
                <a:off x="257" y="997"/>
                <a:ext cx="48" cy="38"/>
              </a:xfrm>
              <a:custGeom>
                <a:avLst/>
                <a:gdLst>
                  <a:gd name="T0" fmla="*/ 0 w 64"/>
                  <a:gd name="T1" fmla="*/ 0 h 56"/>
                  <a:gd name="T2" fmla="*/ 7 w 64"/>
                  <a:gd name="T3" fmla="*/ 0 h 56"/>
                  <a:gd name="T4" fmla="*/ 7 w 64"/>
                  <a:gd name="T5" fmla="*/ 2 h 56"/>
                  <a:gd name="T6" fmla="*/ 8 w 64"/>
                  <a:gd name="T7" fmla="*/ 3 h 56"/>
                  <a:gd name="T8" fmla="*/ 11 w 64"/>
                  <a:gd name="T9" fmla="*/ 3 h 56"/>
                  <a:gd name="T10" fmla="*/ 11 w 64"/>
                  <a:gd name="T11" fmla="*/ 5 h 56"/>
                  <a:gd name="T12" fmla="*/ 5 w 64"/>
                  <a:gd name="T13" fmla="*/ 5 h 56"/>
                  <a:gd name="T14" fmla="*/ 0 w 64"/>
                  <a:gd name="T15" fmla="*/ 3 h 56"/>
                  <a:gd name="T16" fmla="*/ 0 w 64"/>
                  <a:gd name="T17" fmla="*/ 0 h 5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4"/>
                  <a:gd name="T28" fmla="*/ 0 h 56"/>
                  <a:gd name="T29" fmla="*/ 64 w 64"/>
                  <a:gd name="T30" fmla="*/ 56 h 5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4" h="56">
                    <a:moveTo>
                      <a:pt x="0" y="0"/>
                    </a:moveTo>
                    <a:lnTo>
                      <a:pt x="38" y="0"/>
                    </a:lnTo>
                    <a:lnTo>
                      <a:pt x="38" y="19"/>
                    </a:lnTo>
                    <a:lnTo>
                      <a:pt x="48" y="28"/>
                    </a:lnTo>
                    <a:lnTo>
                      <a:pt x="64" y="28"/>
                    </a:lnTo>
                    <a:lnTo>
                      <a:pt x="64" y="56"/>
                    </a:lnTo>
                    <a:lnTo>
                      <a:pt x="34" y="56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24A12"/>
                  </a:gs>
                  <a:gs pos="50000">
                    <a:srgbClr val="33CC33"/>
                  </a:gs>
                  <a:gs pos="100000">
                    <a:srgbClr val="124A12"/>
                  </a:gs>
                </a:gsLst>
                <a:lin ang="5400000" scaled="1"/>
              </a:gra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41" name="Rectangle 624"/>
              <p:cNvSpPr>
                <a:spLocks noChangeArrowheads="1"/>
              </p:cNvSpPr>
              <p:nvPr/>
            </p:nvSpPr>
            <p:spPr bwMode="auto">
              <a:xfrm>
                <a:off x="308" y="971"/>
                <a:ext cx="18" cy="106"/>
              </a:xfrm>
              <a:prstGeom prst="rect">
                <a:avLst/>
              </a:prstGeom>
              <a:gradFill rotWithShape="0">
                <a:gsLst>
                  <a:gs pos="0">
                    <a:srgbClr val="124A12"/>
                  </a:gs>
                  <a:gs pos="50000">
                    <a:srgbClr val="33CC33"/>
                  </a:gs>
                  <a:gs pos="100000">
                    <a:srgbClr val="124A12"/>
                  </a:gs>
                </a:gsLst>
                <a:lin ang="540000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42" name="Rectangle 625"/>
              <p:cNvSpPr>
                <a:spLocks noChangeArrowheads="1"/>
              </p:cNvSpPr>
              <p:nvPr/>
            </p:nvSpPr>
            <p:spPr bwMode="auto">
              <a:xfrm>
                <a:off x="433" y="974"/>
                <a:ext cx="7" cy="100"/>
              </a:xfrm>
              <a:prstGeom prst="rect">
                <a:avLst/>
              </a:prstGeom>
              <a:gradFill rotWithShape="0">
                <a:gsLst>
                  <a:gs pos="0">
                    <a:srgbClr val="124A12"/>
                  </a:gs>
                  <a:gs pos="50000">
                    <a:srgbClr val="33CC33"/>
                  </a:gs>
                  <a:gs pos="100000">
                    <a:srgbClr val="124A12"/>
                  </a:gs>
                </a:gsLst>
                <a:lin ang="540000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43" name="Rectangle 626"/>
              <p:cNvSpPr>
                <a:spLocks noChangeArrowheads="1"/>
              </p:cNvSpPr>
              <p:nvPr/>
            </p:nvSpPr>
            <p:spPr bwMode="auto">
              <a:xfrm>
                <a:off x="443" y="1005"/>
                <a:ext cx="20" cy="38"/>
              </a:xfrm>
              <a:prstGeom prst="rect">
                <a:avLst/>
              </a:prstGeom>
              <a:gradFill rotWithShape="0">
                <a:gsLst>
                  <a:gs pos="0">
                    <a:srgbClr val="124A12"/>
                  </a:gs>
                  <a:gs pos="50000">
                    <a:srgbClr val="33CC33"/>
                  </a:gs>
                  <a:gs pos="100000">
                    <a:srgbClr val="124A12"/>
                  </a:gs>
                </a:gsLst>
                <a:lin ang="540000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grpSp>
            <p:nvGrpSpPr>
              <p:cNvPr id="144" name="Group 627"/>
              <p:cNvGrpSpPr>
                <a:grpSpLocks/>
              </p:cNvGrpSpPr>
              <p:nvPr/>
            </p:nvGrpSpPr>
            <p:grpSpPr bwMode="auto">
              <a:xfrm>
                <a:off x="329" y="976"/>
                <a:ext cx="97" cy="96"/>
                <a:chOff x="407" y="873"/>
                <a:chExt cx="88" cy="96"/>
              </a:xfrm>
            </p:grpSpPr>
            <p:sp>
              <p:nvSpPr>
                <p:cNvPr id="145" name="Oval 628"/>
                <p:cNvSpPr>
                  <a:spLocks noChangeArrowheads="1"/>
                </p:cNvSpPr>
                <p:nvPr/>
              </p:nvSpPr>
              <p:spPr bwMode="auto">
                <a:xfrm>
                  <a:off x="407" y="885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46" name="Oval 629"/>
                <p:cNvSpPr>
                  <a:spLocks noChangeArrowheads="1"/>
                </p:cNvSpPr>
                <p:nvPr/>
              </p:nvSpPr>
              <p:spPr bwMode="auto">
                <a:xfrm>
                  <a:off x="424" y="885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47" name="Oval 630"/>
                <p:cNvSpPr>
                  <a:spLocks noChangeArrowheads="1"/>
                </p:cNvSpPr>
                <p:nvPr/>
              </p:nvSpPr>
              <p:spPr bwMode="auto">
                <a:xfrm>
                  <a:off x="441" y="885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48" name="Oval 631"/>
                <p:cNvSpPr>
                  <a:spLocks noChangeArrowheads="1"/>
                </p:cNvSpPr>
                <p:nvPr/>
              </p:nvSpPr>
              <p:spPr bwMode="auto">
                <a:xfrm>
                  <a:off x="458" y="885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49" name="Oval 632"/>
                <p:cNvSpPr>
                  <a:spLocks noChangeArrowheads="1"/>
                </p:cNvSpPr>
                <p:nvPr/>
              </p:nvSpPr>
              <p:spPr bwMode="auto">
                <a:xfrm>
                  <a:off x="475" y="885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0" name="Oval 633"/>
                <p:cNvSpPr>
                  <a:spLocks noChangeArrowheads="1"/>
                </p:cNvSpPr>
                <p:nvPr/>
              </p:nvSpPr>
              <p:spPr bwMode="auto">
                <a:xfrm>
                  <a:off x="492" y="885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1" name="Oval 634"/>
                <p:cNvSpPr>
                  <a:spLocks noChangeArrowheads="1"/>
                </p:cNvSpPr>
                <p:nvPr/>
              </p:nvSpPr>
              <p:spPr bwMode="auto">
                <a:xfrm>
                  <a:off x="407" y="907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2" name="Oval 635"/>
                <p:cNvSpPr>
                  <a:spLocks noChangeArrowheads="1"/>
                </p:cNvSpPr>
                <p:nvPr/>
              </p:nvSpPr>
              <p:spPr bwMode="auto">
                <a:xfrm>
                  <a:off x="424" y="907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3" name="Oval 636"/>
                <p:cNvSpPr>
                  <a:spLocks noChangeArrowheads="1"/>
                </p:cNvSpPr>
                <p:nvPr/>
              </p:nvSpPr>
              <p:spPr bwMode="auto">
                <a:xfrm>
                  <a:off x="441" y="907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4" name="Oval 637"/>
                <p:cNvSpPr>
                  <a:spLocks noChangeArrowheads="1"/>
                </p:cNvSpPr>
                <p:nvPr/>
              </p:nvSpPr>
              <p:spPr bwMode="auto">
                <a:xfrm>
                  <a:off x="458" y="907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5" name="Oval 638"/>
                <p:cNvSpPr>
                  <a:spLocks noChangeArrowheads="1"/>
                </p:cNvSpPr>
                <p:nvPr/>
              </p:nvSpPr>
              <p:spPr bwMode="auto">
                <a:xfrm>
                  <a:off x="475" y="907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6" name="Oval 639"/>
                <p:cNvSpPr>
                  <a:spLocks noChangeArrowheads="1"/>
                </p:cNvSpPr>
                <p:nvPr/>
              </p:nvSpPr>
              <p:spPr bwMode="auto">
                <a:xfrm>
                  <a:off x="492" y="907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7" name="Oval 640"/>
                <p:cNvSpPr>
                  <a:spLocks noChangeArrowheads="1"/>
                </p:cNvSpPr>
                <p:nvPr/>
              </p:nvSpPr>
              <p:spPr bwMode="auto">
                <a:xfrm>
                  <a:off x="407" y="928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8" name="Oval 641"/>
                <p:cNvSpPr>
                  <a:spLocks noChangeArrowheads="1"/>
                </p:cNvSpPr>
                <p:nvPr/>
              </p:nvSpPr>
              <p:spPr bwMode="auto">
                <a:xfrm>
                  <a:off x="424" y="928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59" name="Oval 642"/>
                <p:cNvSpPr>
                  <a:spLocks noChangeArrowheads="1"/>
                </p:cNvSpPr>
                <p:nvPr/>
              </p:nvSpPr>
              <p:spPr bwMode="auto">
                <a:xfrm>
                  <a:off x="441" y="928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0" name="Oval 643"/>
                <p:cNvSpPr>
                  <a:spLocks noChangeArrowheads="1"/>
                </p:cNvSpPr>
                <p:nvPr/>
              </p:nvSpPr>
              <p:spPr bwMode="auto">
                <a:xfrm>
                  <a:off x="458" y="928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1" name="Oval 644"/>
                <p:cNvSpPr>
                  <a:spLocks noChangeArrowheads="1"/>
                </p:cNvSpPr>
                <p:nvPr/>
              </p:nvSpPr>
              <p:spPr bwMode="auto">
                <a:xfrm>
                  <a:off x="475" y="928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2" name="Oval 645"/>
                <p:cNvSpPr>
                  <a:spLocks noChangeArrowheads="1"/>
                </p:cNvSpPr>
                <p:nvPr/>
              </p:nvSpPr>
              <p:spPr bwMode="auto">
                <a:xfrm>
                  <a:off x="492" y="928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3" name="Oval 646"/>
                <p:cNvSpPr>
                  <a:spLocks noChangeArrowheads="1"/>
                </p:cNvSpPr>
                <p:nvPr/>
              </p:nvSpPr>
              <p:spPr bwMode="auto">
                <a:xfrm>
                  <a:off x="407" y="949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4" name="Oval 647"/>
                <p:cNvSpPr>
                  <a:spLocks noChangeArrowheads="1"/>
                </p:cNvSpPr>
                <p:nvPr/>
              </p:nvSpPr>
              <p:spPr bwMode="auto">
                <a:xfrm>
                  <a:off x="424" y="949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5" name="Oval 648"/>
                <p:cNvSpPr>
                  <a:spLocks noChangeArrowheads="1"/>
                </p:cNvSpPr>
                <p:nvPr/>
              </p:nvSpPr>
              <p:spPr bwMode="auto">
                <a:xfrm>
                  <a:off x="441" y="949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6" name="Oval 649"/>
                <p:cNvSpPr>
                  <a:spLocks noChangeArrowheads="1"/>
                </p:cNvSpPr>
                <p:nvPr/>
              </p:nvSpPr>
              <p:spPr bwMode="auto">
                <a:xfrm>
                  <a:off x="458" y="949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7" name="Oval 650"/>
                <p:cNvSpPr>
                  <a:spLocks noChangeArrowheads="1"/>
                </p:cNvSpPr>
                <p:nvPr/>
              </p:nvSpPr>
              <p:spPr bwMode="auto">
                <a:xfrm>
                  <a:off x="475" y="949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8" name="Oval 651"/>
                <p:cNvSpPr>
                  <a:spLocks noChangeArrowheads="1"/>
                </p:cNvSpPr>
                <p:nvPr/>
              </p:nvSpPr>
              <p:spPr bwMode="auto">
                <a:xfrm>
                  <a:off x="492" y="949"/>
                  <a:ext cx="3" cy="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124A12"/>
                    </a:gs>
                    <a:gs pos="50000">
                      <a:srgbClr val="33CC33"/>
                    </a:gs>
                    <a:gs pos="100000">
                      <a:srgbClr val="124A12"/>
                    </a:gs>
                  </a:gsLst>
                  <a:lin ang="5400000" scaled="1"/>
                </a:gra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69" name="Line 652"/>
                <p:cNvSpPr>
                  <a:spLocks noChangeShapeType="1"/>
                </p:cNvSpPr>
                <p:nvPr/>
              </p:nvSpPr>
              <p:spPr bwMode="auto">
                <a:xfrm>
                  <a:off x="407" y="969"/>
                  <a:ext cx="3" cy="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70" name="Line 653"/>
                <p:cNvSpPr>
                  <a:spLocks noChangeShapeType="1"/>
                </p:cNvSpPr>
                <p:nvPr/>
              </p:nvSpPr>
              <p:spPr bwMode="auto">
                <a:xfrm>
                  <a:off x="424" y="969"/>
                  <a:ext cx="3" cy="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71" name="Line 654"/>
                <p:cNvSpPr>
                  <a:spLocks noChangeShapeType="1"/>
                </p:cNvSpPr>
                <p:nvPr/>
              </p:nvSpPr>
              <p:spPr bwMode="auto">
                <a:xfrm>
                  <a:off x="441" y="969"/>
                  <a:ext cx="3" cy="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72" name="Line 655"/>
                <p:cNvSpPr>
                  <a:spLocks noChangeShapeType="1"/>
                </p:cNvSpPr>
                <p:nvPr/>
              </p:nvSpPr>
              <p:spPr bwMode="auto">
                <a:xfrm>
                  <a:off x="458" y="969"/>
                  <a:ext cx="3" cy="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73" name="Line 656"/>
                <p:cNvSpPr>
                  <a:spLocks noChangeShapeType="1"/>
                </p:cNvSpPr>
                <p:nvPr/>
              </p:nvSpPr>
              <p:spPr bwMode="auto">
                <a:xfrm>
                  <a:off x="475" y="969"/>
                  <a:ext cx="3" cy="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74" name="Line 657"/>
                <p:cNvSpPr>
                  <a:spLocks noChangeShapeType="1"/>
                </p:cNvSpPr>
                <p:nvPr/>
              </p:nvSpPr>
              <p:spPr bwMode="auto">
                <a:xfrm>
                  <a:off x="492" y="969"/>
                  <a:ext cx="3" cy="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75" name="Line 658"/>
                <p:cNvSpPr>
                  <a:spLocks noChangeShapeType="1"/>
                </p:cNvSpPr>
                <p:nvPr/>
              </p:nvSpPr>
              <p:spPr bwMode="auto">
                <a:xfrm>
                  <a:off x="407" y="873"/>
                  <a:ext cx="3" cy="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76" name="Line 659"/>
                <p:cNvSpPr>
                  <a:spLocks noChangeShapeType="1"/>
                </p:cNvSpPr>
                <p:nvPr/>
              </p:nvSpPr>
              <p:spPr bwMode="auto">
                <a:xfrm>
                  <a:off x="424" y="873"/>
                  <a:ext cx="3" cy="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77" name="Line 660"/>
                <p:cNvSpPr>
                  <a:spLocks noChangeShapeType="1"/>
                </p:cNvSpPr>
                <p:nvPr/>
              </p:nvSpPr>
              <p:spPr bwMode="auto">
                <a:xfrm>
                  <a:off x="441" y="873"/>
                  <a:ext cx="3" cy="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78" name="Line 661"/>
                <p:cNvSpPr>
                  <a:spLocks noChangeShapeType="1"/>
                </p:cNvSpPr>
                <p:nvPr/>
              </p:nvSpPr>
              <p:spPr bwMode="auto">
                <a:xfrm>
                  <a:off x="458" y="873"/>
                  <a:ext cx="3" cy="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79" name="Line 662"/>
                <p:cNvSpPr>
                  <a:spLocks noChangeShapeType="1"/>
                </p:cNvSpPr>
                <p:nvPr/>
              </p:nvSpPr>
              <p:spPr bwMode="auto">
                <a:xfrm>
                  <a:off x="475" y="873"/>
                  <a:ext cx="3" cy="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80" name="Line 663"/>
                <p:cNvSpPr>
                  <a:spLocks noChangeShapeType="1"/>
                </p:cNvSpPr>
                <p:nvPr/>
              </p:nvSpPr>
              <p:spPr bwMode="auto">
                <a:xfrm>
                  <a:off x="492" y="873"/>
                  <a:ext cx="3" cy="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</p:grpSp>
        <p:sp>
          <p:nvSpPr>
            <p:cNvPr id="89" name="Line 664"/>
            <p:cNvSpPr>
              <a:spLocks noChangeShapeType="1"/>
            </p:cNvSpPr>
            <p:nvPr/>
          </p:nvSpPr>
          <p:spPr bwMode="auto">
            <a:xfrm flipH="1">
              <a:off x="3359150" y="4891088"/>
              <a:ext cx="0" cy="215900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grpSp>
          <p:nvGrpSpPr>
            <p:cNvPr id="90" name="Group 665"/>
            <p:cNvGrpSpPr>
              <a:grpSpLocks/>
            </p:cNvGrpSpPr>
            <p:nvPr/>
          </p:nvGrpSpPr>
          <p:grpSpPr bwMode="auto">
            <a:xfrm flipH="1">
              <a:off x="1808163" y="5240338"/>
              <a:ext cx="379412" cy="169862"/>
              <a:chOff x="1917" y="3324"/>
              <a:chExt cx="186" cy="152"/>
            </a:xfrm>
          </p:grpSpPr>
          <p:sp>
            <p:nvSpPr>
              <p:cNvPr id="137" name="Line 666"/>
              <p:cNvSpPr>
                <a:spLocks noChangeShapeType="1"/>
              </p:cNvSpPr>
              <p:nvPr/>
            </p:nvSpPr>
            <p:spPr bwMode="auto">
              <a:xfrm>
                <a:off x="1917" y="3324"/>
                <a:ext cx="186" cy="0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38" name="Line 667"/>
              <p:cNvSpPr>
                <a:spLocks noChangeShapeType="1"/>
              </p:cNvSpPr>
              <p:nvPr/>
            </p:nvSpPr>
            <p:spPr bwMode="auto">
              <a:xfrm>
                <a:off x="2103" y="3324"/>
                <a:ext cx="0" cy="152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91" name="Group 673"/>
            <p:cNvGrpSpPr>
              <a:grpSpLocks/>
            </p:cNvGrpSpPr>
            <p:nvPr/>
          </p:nvGrpSpPr>
          <p:grpSpPr bwMode="auto">
            <a:xfrm>
              <a:off x="1692275" y="3616325"/>
              <a:ext cx="1295400" cy="1790700"/>
              <a:chOff x="1066" y="2278"/>
              <a:chExt cx="816" cy="1128"/>
            </a:xfrm>
          </p:grpSpPr>
          <p:grpSp>
            <p:nvGrpSpPr>
              <p:cNvPr id="132" name="Group 674"/>
              <p:cNvGrpSpPr>
                <a:grpSpLocks/>
              </p:cNvGrpSpPr>
              <p:nvPr/>
            </p:nvGrpSpPr>
            <p:grpSpPr bwMode="auto">
              <a:xfrm>
                <a:off x="1066" y="2523"/>
                <a:ext cx="816" cy="883"/>
                <a:chOff x="2653" y="2069"/>
                <a:chExt cx="819" cy="883"/>
              </a:xfrm>
            </p:grpSpPr>
            <p:sp>
              <p:nvSpPr>
                <p:cNvPr id="134" name="Line 675"/>
                <p:cNvSpPr>
                  <a:spLocks noChangeShapeType="1"/>
                </p:cNvSpPr>
                <p:nvPr/>
              </p:nvSpPr>
              <p:spPr bwMode="auto">
                <a:xfrm>
                  <a:off x="2653" y="2205"/>
                  <a:ext cx="0" cy="747"/>
                </a:xfrm>
                <a:prstGeom prst="line">
                  <a:avLst/>
                </a:prstGeom>
                <a:noFill/>
                <a:ln w="19050">
                  <a:solidFill>
                    <a:srgbClr val="009999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35" name="Line 676"/>
                <p:cNvSpPr>
                  <a:spLocks noChangeShapeType="1"/>
                </p:cNvSpPr>
                <p:nvPr/>
              </p:nvSpPr>
              <p:spPr bwMode="auto">
                <a:xfrm>
                  <a:off x="2653" y="2211"/>
                  <a:ext cx="819" cy="0"/>
                </a:xfrm>
                <a:prstGeom prst="line">
                  <a:avLst/>
                </a:prstGeom>
                <a:noFill/>
                <a:ln w="19050">
                  <a:solidFill>
                    <a:srgbClr val="0099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36" name="Line 677"/>
                <p:cNvSpPr>
                  <a:spLocks noChangeShapeType="1"/>
                </p:cNvSpPr>
                <p:nvPr/>
              </p:nvSpPr>
              <p:spPr bwMode="auto">
                <a:xfrm>
                  <a:off x="3470" y="2069"/>
                  <a:ext cx="0" cy="136"/>
                </a:xfrm>
                <a:prstGeom prst="line">
                  <a:avLst/>
                </a:prstGeom>
                <a:noFill/>
                <a:ln w="19050">
                  <a:solidFill>
                    <a:srgbClr val="009999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133" name="Line 678"/>
              <p:cNvSpPr>
                <a:spLocks noChangeShapeType="1"/>
              </p:cNvSpPr>
              <p:nvPr/>
            </p:nvSpPr>
            <p:spPr bwMode="auto">
              <a:xfrm>
                <a:off x="1882" y="2278"/>
                <a:ext cx="0" cy="272"/>
              </a:xfrm>
              <a:prstGeom prst="line">
                <a:avLst/>
              </a:prstGeom>
              <a:noFill/>
              <a:ln w="19050">
                <a:solidFill>
                  <a:srgbClr val="0099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grpSp>
          <p:nvGrpSpPr>
            <p:cNvPr id="92" name="Group 679"/>
            <p:cNvGrpSpPr>
              <a:grpSpLocks/>
            </p:cNvGrpSpPr>
            <p:nvPr/>
          </p:nvGrpSpPr>
          <p:grpSpPr bwMode="auto">
            <a:xfrm>
              <a:off x="7475538" y="1730375"/>
              <a:ext cx="433387" cy="455613"/>
              <a:chOff x="2105" y="1693"/>
              <a:chExt cx="133" cy="119"/>
            </a:xfrm>
          </p:grpSpPr>
          <p:grpSp>
            <p:nvGrpSpPr>
              <p:cNvPr id="116" name="Group 680"/>
              <p:cNvGrpSpPr>
                <a:grpSpLocks/>
              </p:cNvGrpSpPr>
              <p:nvPr/>
            </p:nvGrpSpPr>
            <p:grpSpPr bwMode="auto">
              <a:xfrm>
                <a:off x="2105" y="1693"/>
                <a:ext cx="133" cy="119"/>
                <a:chOff x="314" y="507"/>
                <a:chExt cx="126" cy="160"/>
              </a:xfrm>
            </p:grpSpPr>
            <p:grpSp>
              <p:nvGrpSpPr>
                <p:cNvPr id="120" name="Group 681"/>
                <p:cNvGrpSpPr>
                  <a:grpSpLocks/>
                </p:cNvGrpSpPr>
                <p:nvPr/>
              </p:nvGrpSpPr>
              <p:grpSpPr bwMode="auto">
                <a:xfrm>
                  <a:off x="314" y="535"/>
                  <a:ext cx="126" cy="132"/>
                  <a:chOff x="376" y="317"/>
                  <a:chExt cx="220" cy="158"/>
                </a:xfrm>
              </p:grpSpPr>
              <p:sp>
                <p:nvSpPr>
                  <p:cNvPr id="130" name="Rectangle 682"/>
                  <p:cNvSpPr>
                    <a:spLocks noChangeArrowheads="1"/>
                  </p:cNvSpPr>
                  <p:nvPr/>
                </p:nvSpPr>
                <p:spPr bwMode="auto">
                  <a:xfrm>
                    <a:off x="384" y="318"/>
                    <a:ext cx="204" cy="157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5C2500"/>
                      </a:gs>
                      <a:gs pos="50000">
                        <a:srgbClr val="FF6600"/>
                      </a:gs>
                      <a:gs pos="100000">
                        <a:srgbClr val="5C2500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  <p:sp>
                <p:nvSpPr>
                  <p:cNvPr id="131" name="Rectangle 683"/>
                  <p:cNvSpPr>
                    <a:spLocks noChangeArrowheads="1"/>
                  </p:cNvSpPr>
                  <p:nvPr/>
                </p:nvSpPr>
                <p:spPr bwMode="auto">
                  <a:xfrm>
                    <a:off x="376" y="317"/>
                    <a:ext cx="220" cy="2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5C2500"/>
                      </a:gs>
                      <a:gs pos="50000">
                        <a:srgbClr val="FF6600"/>
                      </a:gs>
                      <a:gs pos="100000">
                        <a:srgbClr val="5C2500"/>
                      </a:gs>
                    </a:gsLst>
                    <a:lin ang="0" scaled="1"/>
                  </a:gradFill>
                  <a:ln w="635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s-CL" altLang="es-CL" sz="1400" b="0" i="0" u="none" strike="noStrike" kern="0" cap="none" spc="0" normalizeH="0" baseline="0" noProof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</a:endParaRPr>
                  </a:p>
                </p:txBody>
              </p:sp>
            </p:grpSp>
            <p:sp>
              <p:nvSpPr>
                <p:cNvPr id="121" name="Rectangle 684"/>
                <p:cNvSpPr>
                  <a:spLocks noChangeArrowheads="1"/>
                </p:cNvSpPr>
                <p:nvPr/>
              </p:nvSpPr>
              <p:spPr bwMode="auto">
                <a:xfrm>
                  <a:off x="363" y="514"/>
                  <a:ext cx="30" cy="17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22" name="Rectangle 685"/>
                <p:cNvSpPr>
                  <a:spLocks noChangeArrowheads="1"/>
                </p:cNvSpPr>
                <p:nvPr/>
              </p:nvSpPr>
              <p:spPr bwMode="auto">
                <a:xfrm>
                  <a:off x="371" y="531"/>
                  <a:ext cx="14" cy="56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23" name="Rectangle 686"/>
                <p:cNvSpPr>
                  <a:spLocks noChangeArrowheads="1"/>
                </p:cNvSpPr>
                <p:nvPr/>
              </p:nvSpPr>
              <p:spPr bwMode="auto">
                <a:xfrm>
                  <a:off x="375" y="587"/>
                  <a:ext cx="5" cy="74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24" name="Rectangle 687"/>
                <p:cNvSpPr>
                  <a:spLocks noChangeArrowheads="1"/>
                </p:cNvSpPr>
                <p:nvPr/>
              </p:nvSpPr>
              <p:spPr bwMode="auto">
                <a:xfrm>
                  <a:off x="371" y="657"/>
                  <a:ext cx="13" cy="7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25" name="Rectangle 688"/>
                <p:cNvSpPr>
                  <a:spLocks noChangeArrowheads="1"/>
                </p:cNvSpPr>
                <p:nvPr/>
              </p:nvSpPr>
              <p:spPr bwMode="auto">
                <a:xfrm>
                  <a:off x="384" y="659"/>
                  <a:ext cx="33" cy="4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26" name="Rectangle 689"/>
                <p:cNvSpPr>
                  <a:spLocks noChangeArrowheads="1"/>
                </p:cNvSpPr>
                <p:nvPr/>
              </p:nvSpPr>
              <p:spPr bwMode="auto">
                <a:xfrm>
                  <a:off x="338" y="659"/>
                  <a:ext cx="33" cy="4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27" name="Rectangle 690"/>
                <p:cNvSpPr>
                  <a:spLocks noChangeArrowheads="1"/>
                </p:cNvSpPr>
                <p:nvPr/>
              </p:nvSpPr>
              <p:spPr bwMode="auto">
                <a:xfrm>
                  <a:off x="319" y="636"/>
                  <a:ext cx="8" cy="31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28" name="Rectangle 691"/>
                <p:cNvSpPr>
                  <a:spLocks noChangeArrowheads="1"/>
                </p:cNvSpPr>
                <p:nvPr/>
              </p:nvSpPr>
              <p:spPr bwMode="auto">
                <a:xfrm>
                  <a:off x="427" y="636"/>
                  <a:ext cx="8" cy="31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129" name="Rectangle 692"/>
                <p:cNvSpPr>
                  <a:spLocks noChangeArrowheads="1"/>
                </p:cNvSpPr>
                <p:nvPr/>
              </p:nvSpPr>
              <p:spPr bwMode="auto">
                <a:xfrm>
                  <a:off x="371" y="507"/>
                  <a:ext cx="15" cy="7"/>
                </a:xfrm>
                <a:prstGeom prst="rect">
                  <a:avLst/>
                </a:prstGeom>
                <a:gradFill rotWithShape="0">
                  <a:gsLst>
                    <a:gs pos="0">
                      <a:srgbClr val="5C2500"/>
                    </a:gs>
                    <a:gs pos="50000">
                      <a:srgbClr val="FF6600"/>
                    </a:gs>
                    <a:gs pos="100000">
                      <a:srgbClr val="5C2500"/>
                    </a:gs>
                  </a:gsLst>
                  <a:lin ang="0" scaled="1"/>
                </a:gradFill>
                <a:ln w="63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CL" altLang="es-CL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</p:grpSp>
          <p:sp>
            <p:nvSpPr>
              <p:cNvPr id="117" name="Rectangle 693"/>
              <p:cNvSpPr>
                <a:spLocks noChangeArrowheads="1"/>
              </p:cNvSpPr>
              <p:nvPr/>
            </p:nvSpPr>
            <p:spPr bwMode="auto">
              <a:xfrm>
                <a:off x="2165" y="1778"/>
                <a:ext cx="14" cy="5"/>
              </a:xfrm>
              <a:prstGeom prst="rect">
                <a:avLst/>
              </a:prstGeom>
              <a:gradFill rotWithShape="0">
                <a:gsLst>
                  <a:gs pos="0">
                    <a:srgbClr val="5C2500"/>
                  </a:gs>
                  <a:gs pos="50000">
                    <a:srgbClr val="FF6600"/>
                  </a:gs>
                  <a:gs pos="100000">
                    <a:srgbClr val="5C2500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18" name="Rectangle 694"/>
              <p:cNvSpPr>
                <a:spLocks noChangeArrowheads="1"/>
              </p:cNvSpPr>
              <p:nvPr/>
            </p:nvSpPr>
            <p:spPr bwMode="auto">
              <a:xfrm>
                <a:off x="2179" y="1779"/>
                <a:ext cx="35" cy="3"/>
              </a:xfrm>
              <a:prstGeom prst="rect">
                <a:avLst/>
              </a:prstGeom>
              <a:gradFill rotWithShape="0">
                <a:gsLst>
                  <a:gs pos="0">
                    <a:srgbClr val="5C2500"/>
                  </a:gs>
                  <a:gs pos="50000">
                    <a:srgbClr val="FF6600"/>
                  </a:gs>
                  <a:gs pos="100000">
                    <a:srgbClr val="5C2500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119" name="Rectangle 695"/>
              <p:cNvSpPr>
                <a:spLocks noChangeArrowheads="1"/>
              </p:cNvSpPr>
              <p:nvPr/>
            </p:nvSpPr>
            <p:spPr bwMode="auto">
              <a:xfrm>
                <a:off x="2130" y="1779"/>
                <a:ext cx="35" cy="3"/>
              </a:xfrm>
              <a:prstGeom prst="rect">
                <a:avLst/>
              </a:prstGeom>
              <a:gradFill rotWithShape="0">
                <a:gsLst>
                  <a:gs pos="0">
                    <a:srgbClr val="5C2500"/>
                  </a:gs>
                  <a:gs pos="50000">
                    <a:srgbClr val="FF6600"/>
                  </a:gs>
                  <a:gs pos="100000">
                    <a:srgbClr val="5C2500"/>
                  </a:gs>
                </a:gsLst>
                <a:lin ang="0" scaled="1"/>
              </a:gradFill>
              <a:ln w="63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altLang="es-CL" sz="14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93" name="Line 698"/>
            <p:cNvSpPr>
              <a:spLocks noChangeShapeType="1"/>
            </p:cNvSpPr>
            <p:nvPr/>
          </p:nvSpPr>
          <p:spPr bwMode="auto">
            <a:xfrm flipH="1">
              <a:off x="2112963" y="2576513"/>
              <a:ext cx="111125" cy="176212"/>
            </a:xfrm>
            <a:prstGeom prst="line">
              <a:avLst/>
            </a:prstGeom>
            <a:noFill/>
            <a:ln w="19050" cap="rnd">
              <a:solidFill>
                <a:srgbClr val="009999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4" name="Line 705"/>
            <p:cNvSpPr>
              <a:spLocks noChangeShapeType="1"/>
            </p:cNvSpPr>
            <p:nvPr/>
          </p:nvSpPr>
          <p:spPr bwMode="auto">
            <a:xfrm flipH="1">
              <a:off x="3946525" y="4437063"/>
              <a:ext cx="1727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5" name="Line 706"/>
            <p:cNvSpPr>
              <a:spLocks noChangeShapeType="1"/>
            </p:cNvSpPr>
            <p:nvPr/>
          </p:nvSpPr>
          <p:spPr bwMode="auto">
            <a:xfrm flipH="1" flipV="1">
              <a:off x="3946525" y="3303588"/>
              <a:ext cx="28908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6" name="Line 559"/>
            <p:cNvSpPr>
              <a:spLocks noChangeShapeType="1"/>
            </p:cNvSpPr>
            <p:nvPr/>
          </p:nvSpPr>
          <p:spPr bwMode="auto">
            <a:xfrm flipV="1">
              <a:off x="2033588" y="3954463"/>
              <a:ext cx="538162" cy="0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7" name="Line 560"/>
            <p:cNvSpPr>
              <a:spLocks noChangeShapeType="1"/>
            </p:cNvSpPr>
            <p:nvPr/>
          </p:nvSpPr>
          <p:spPr bwMode="auto">
            <a:xfrm flipH="1" flipV="1">
              <a:off x="2573338" y="3214688"/>
              <a:ext cx="0" cy="747712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8" name="Line 560"/>
            <p:cNvSpPr>
              <a:spLocks noChangeShapeType="1"/>
            </p:cNvSpPr>
            <p:nvPr/>
          </p:nvSpPr>
          <p:spPr bwMode="auto">
            <a:xfrm flipV="1">
              <a:off x="2562225" y="3205163"/>
              <a:ext cx="179388" cy="0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9" name="Line 560"/>
            <p:cNvSpPr>
              <a:spLocks noChangeShapeType="1"/>
            </p:cNvSpPr>
            <p:nvPr/>
          </p:nvSpPr>
          <p:spPr bwMode="auto">
            <a:xfrm flipV="1">
              <a:off x="2373313" y="2978150"/>
              <a:ext cx="0" cy="1522413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00" name="Line 559"/>
            <p:cNvSpPr>
              <a:spLocks noChangeShapeType="1"/>
            </p:cNvSpPr>
            <p:nvPr/>
          </p:nvSpPr>
          <p:spPr bwMode="auto">
            <a:xfrm flipV="1">
              <a:off x="1841500" y="4500563"/>
              <a:ext cx="538163" cy="0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01" name="Line 560"/>
            <p:cNvSpPr>
              <a:spLocks noChangeShapeType="1"/>
            </p:cNvSpPr>
            <p:nvPr/>
          </p:nvSpPr>
          <p:spPr bwMode="auto">
            <a:xfrm flipH="1" flipV="1">
              <a:off x="1849438" y="4492625"/>
              <a:ext cx="0" cy="647700"/>
            </a:xfrm>
            <a:prstGeom prst="line">
              <a:avLst/>
            </a:prstGeom>
            <a:noFill/>
            <a:ln w="19050">
              <a:solidFill>
                <a:srgbClr val="009999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02" name="Text Box 552"/>
            <p:cNvSpPr txBox="1">
              <a:spLocks noChangeArrowheads="1"/>
            </p:cNvSpPr>
            <p:nvPr/>
          </p:nvSpPr>
          <p:spPr bwMode="auto">
            <a:xfrm>
              <a:off x="1560513" y="330200"/>
              <a:ext cx="1008062" cy="503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Estanque Gravimetrico</a:t>
              </a:r>
              <a:endParaRPr kumimoji="0" lang="es-ES" altLang="es-CL" sz="9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03" name="Text Box 521"/>
            <p:cNvSpPr txBox="1">
              <a:spLocks noChangeArrowheads="1"/>
            </p:cNvSpPr>
            <p:nvPr/>
          </p:nvSpPr>
          <p:spPr bwMode="auto">
            <a:xfrm>
              <a:off x="1936751" y="1609725"/>
              <a:ext cx="992176" cy="69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9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Concentración Magnética Rougher </a:t>
              </a:r>
              <a:endParaRPr kumimoji="0" lang="es-ES" altLang="es-CL" sz="9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04" name="Text Box 841"/>
            <p:cNvSpPr txBox="1">
              <a:spLocks noChangeArrowheads="1"/>
            </p:cNvSpPr>
            <p:nvPr/>
          </p:nvSpPr>
          <p:spPr bwMode="auto">
            <a:xfrm>
              <a:off x="2143108" y="2214554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altLang="es-CL" sz="9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Repulpeo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altLang="es-CL" sz="9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05" name="Text Box 806"/>
            <p:cNvSpPr txBox="1">
              <a:spLocks noChangeArrowheads="1"/>
            </p:cNvSpPr>
            <p:nvPr/>
          </p:nvSpPr>
          <p:spPr bwMode="auto">
            <a:xfrm>
              <a:off x="2195513" y="4648200"/>
              <a:ext cx="1008062" cy="597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9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Molienda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altLang="es-CL" sz="9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06" name="Text Box 529"/>
            <p:cNvSpPr txBox="1">
              <a:spLocks noChangeArrowheads="1"/>
            </p:cNvSpPr>
            <p:nvPr/>
          </p:nvSpPr>
          <p:spPr bwMode="auto">
            <a:xfrm>
              <a:off x="2928926" y="5929330"/>
              <a:ext cx="1008063" cy="69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     Recuperación Agua</a:t>
              </a:r>
              <a:endParaRPr kumimoji="0" lang="es-ES" altLang="es-CL" sz="9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07" name="Text Box 528"/>
            <p:cNvSpPr txBox="1">
              <a:spLocks noChangeArrowheads="1"/>
            </p:cNvSpPr>
            <p:nvPr/>
          </p:nvSpPr>
          <p:spPr bwMode="auto">
            <a:xfrm>
              <a:off x="1785918" y="6215082"/>
              <a:ext cx="1008062" cy="503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9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Espesador de Colas</a:t>
              </a:r>
              <a:endParaRPr kumimoji="0" lang="es-ES" altLang="es-CL" sz="9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08" name="Text Box 531"/>
            <p:cNvSpPr txBox="1">
              <a:spLocks noChangeArrowheads="1"/>
            </p:cNvSpPr>
            <p:nvPr/>
          </p:nvSpPr>
          <p:spPr bwMode="auto">
            <a:xfrm>
              <a:off x="5438116" y="368317"/>
              <a:ext cx="576262" cy="314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900" b="0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Lamas</a:t>
              </a:r>
              <a:endParaRPr kumimoji="0" lang="es-ES" altLang="es-CL" sz="9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09" name="Text Box 530"/>
            <p:cNvSpPr txBox="1">
              <a:spLocks noChangeArrowheads="1"/>
            </p:cNvSpPr>
            <p:nvPr/>
          </p:nvSpPr>
          <p:spPr bwMode="auto">
            <a:xfrm>
              <a:off x="4857752" y="928670"/>
              <a:ext cx="1079500" cy="314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9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Hidroseparador</a:t>
              </a:r>
              <a:endParaRPr kumimoji="0" lang="es-ES" altLang="es-CL" sz="9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10" name="Text Box 532"/>
            <p:cNvSpPr txBox="1">
              <a:spLocks noChangeArrowheads="1"/>
            </p:cNvSpPr>
            <p:nvPr/>
          </p:nvSpPr>
          <p:spPr bwMode="auto">
            <a:xfrm>
              <a:off x="6721180" y="1055000"/>
              <a:ext cx="1391681" cy="314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9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Flotación de SiO</a:t>
              </a:r>
              <a:r>
                <a:rPr kumimoji="0" lang="es-CL" altLang="es-CL" sz="900" b="1" i="0" u="none" strike="noStrike" kern="0" cap="none" spc="0" normalizeH="0" baseline="-2500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2</a:t>
              </a:r>
              <a:endParaRPr kumimoji="0" lang="es-ES" altLang="es-CL" sz="9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11" name="Text Box 548"/>
            <p:cNvSpPr txBox="1">
              <a:spLocks noChangeArrowheads="1"/>
            </p:cNvSpPr>
            <p:nvPr/>
          </p:nvSpPr>
          <p:spPr bwMode="auto">
            <a:xfrm>
              <a:off x="6703688" y="2822308"/>
              <a:ext cx="1079500" cy="503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9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Espesador de Concentrado</a:t>
              </a:r>
              <a:endParaRPr kumimoji="0" lang="es-ES" altLang="es-CL" sz="9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12" name="Text Box 547"/>
            <p:cNvSpPr txBox="1">
              <a:spLocks noChangeArrowheads="1"/>
            </p:cNvSpPr>
            <p:nvPr/>
          </p:nvSpPr>
          <p:spPr bwMode="auto">
            <a:xfrm>
              <a:off x="4760286" y="4125186"/>
              <a:ext cx="863600" cy="314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9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Desaguado</a:t>
              </a:r>
              <a:endParaRPr kumimoji="0" lang="es-ES" altLang="es-CL" sz="9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13" name="Text Box 546"/>
            <p:cNvSpPr txBox="1">
              <a:spLocks noChangeArrowheads="1"/>
            </p:cNvSpPr>
            <p:nvPr/>
          </p:nvSpPr>
          <p:spPr bwMode="auto">
            <a:xfrm>
              <a:off x="6689725" y="4932362"/>
              <a:ext cx="1079500" cy="691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9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Concentrado Final a Puerto Totoralillo</a:t>
              </a:r>
              <a:endParaRPr kumimoji="0" lang="es-ES" altLang="es-CL" sz="9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14" name="Text Box 555"/>
            <p:cNvSpPr txBox="1">
              <a:spLocks noChangeArrowheads="1"/>
            </p:cNvSpPr>
            <p:nvPr/>
          </p:nvSpPr>
          <p:spPr bwMode="auto">
            <a:xfrm>
              <a:off x="7429520" y="6000768"/>
              <a:ext cx="100806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L" altLang="es-CL" sz="9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rPr>
                <a:t>Stock Pile</a:t>
              </a:r>
              <a:endParaRPr kumimoji="0" lang="es-ES" altLang="es-CL" sz="9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15" name="Text Box 841"/>
            <p:cNvSpPr txBox="1">
              <a:spLocks noChangeArrowheads="1"/>
            </p:cNvSpPr>
            <p:nvPr/>
          </p:nvSpPr>
          <p:spPr bwMode="auto">
            <a:xfrm>
              <a:off x="5286380" y="6286520"/>
              <a:ext cx="785818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altLang="es-CL" sz="9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738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 dirty="0" smtClean="0">
                <a:solidFill>
                  <a:srgbClr val="0000CC"/>
                </a:solidFill>
              </a:rPr>
              <a:t>TECNOLOGÍAS LIMPIAS: </a:t>
            </a:r>
            <a:br>
              <a:rPr lang="es-CL" sz="2800" dirty="0" smtClean="0">
                <a:solidFill>
                  <a:srgbClr val="0000CC"/>
                </a:solidFill>
              </a:rPr>
            </a:br>
            <a:r>
              <a:rPr lang="es-CL" sz="2800" dirty="0" smtClean="0">
                <a:solidFill>
                  <a:srgbClr val="0000CC"/>
                </a:solidFill>
              </a:rPr>
              <a:t>EJEMPLO FUNDICIONES DE COBRE</a:t>
            </a:r>
            <a:endParaRPr lang="es-CL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2000" kern="0" dirty="0">
                <a:latin typeface="Times New Roman" pitchFamily="18" charset="0"/>
              </a:rPr>
              <a:t>La tecnología limpia propende al uso </a:t>
            </a:r>
            <a:r>
              <a:rPr lang="es-ES_tradnl" sz="2000" kern="0" dirty="0" smtClean="0">
                <a:latin typeface="Times New Roman" pitchFamily="18" charset="0"/>
              </a:rPr>
              <a:t>de </a:t>
            </a:r>
            <a:r>
              <a:rPr lang="es-ES_tradnl" sz="2000" kern="0" dirty="0">
                <a:latin typeface="Times New Roman" pitchFamily="18" charset="0"/>
              </a:rPr>
              <a:t>tecnología no contaminante; minimizando el consumo de energía y materias primas; y maximizando el bienestar del ser humano, su sociedad y entorno.</a:t>
            </a: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endParaRPr lang="es-ES_tradnl" sz="2000" kern="0" dirty="0">
              <a:latin typeface="Times New Roman" pitchFamily="18" charset="0"/>
            </a:endParaRP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2000" kern="0" dirty="0">
                <a:latin typeface="Times New Roman" pitchFamily="18" charset="0"/>
              </a:rPr>
              <a:t>La industria minera del cobre es sin duda un proceso productivo de gran escala, y que por las características de sus procesos, genera efluentes de todo tipo, incluyendo aguas de desecho, lodos, residuos sólidos y emisiones gaseosas.</a:t>
            </a: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endParaRPr lang="es-ES_tradnl" sz="2000" kern="0" dirty="0">
              <a:latin typeface="Times New Roman" pitchFamily="18" charset="0"/>
            </a:endParaRP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2000" kern="0" dirty="0" smtClean="0">
                <a:latin typeface="Times New Roman" pitchFamily="18" charset="0"/>
              </a:rPr>
              <a:t>Tomemos como ejemplo las fundiciones de cobre, que tienen </a:t>
            </a:r>
            <a:r>
              <a:rPr lang="es-ES_tradnl" sz="2000" kern="0" dirty="0">
                <a:latin typeface="Times New Roman" pitchFamily="18" charset="0"/>
              </a:rPr>
              <a:t>particular importancia desde el punto de vista ambiental, debido a los impactos que producen en la población cercana sus emisiones atmosféricas de SO</a:t>
            </a:r>
            <a:r>
              <a:rPr lang="es-ES_tradnl" sz="2000" kern="0" baseline="-25000" dirty="0">
                <a:latin typeface="Times New Roman" pitchFamily="18" charset="0"/>
              </a:rPr>
              <a:t>2</a:t>
            </a:r>
            <a:r>
              <a:rPr lang="es-ES_tradnl" sz="2000" kern="0" dirty="0">
                <a:latin typeface="Times New Roman" pitchFamily="18" charset="0"/>
              </a:rPr>
              <a:t> y en algunos casos de compuestos arsenicales. La limpieza del SO</a:t>
            </a:r>
            <a:r>
              <a:rPr lang="es-ES_tradnl" sz="2000" kern="0" baseline="-25000" dirty="0">
                <a:latin typeface="Times New Roman" pitchFamily="18" charset="0"/>
              </a:rPr>
              <a:t>2</a:t>
            </a:r>
            <a:r>
              <a:rPr lang="es-ES_tradnl" sz="2000" kern="0" dirty="0">
                <a:latin typeface="Times New Roman" pitchFamily="18" charset="0"/>
              </a:rPr>
              <a:t> requiere la operación de plantas de ácido sulfúrico, lo que a </a:t>
            </a:r>
            <a:r>
              <a:rPr lang="es-ES_tradnl" sz="2000" kern="0" dirty="0" smtClean="0">
                <a:latin typeface="Times New Roman" pitchFamily="18" charset="0"/>
              </a:rPr>
              <a:t>su vez llevó al remplazo definitivo </a:t>
            </a:r>
            <a:r>
              <a:rPr lang="es-ES_tradnl" sz="2000" kern="0" dirty="0">
                <a:latin typeface="Times New Roman" pitchFamily="18" charset="0"/>
              </a:rPr>
              <a:t>del horno reverbero. </a:t>
            </a:r>
            <a:endParaRPr lang="es-ES" sz="2000" kern="0" dirty="0">
              <a:latin typeface="Times New Roman" pitchFamily="18" charset="0"/>
            </a:endParaRP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144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000" kern="0" dirty="0">
                <a:solidFill>
                  <a:srgbClr val="0000CC"/>
                </a:solidFill>
                <a:latin typeface="Times New Roman" pitchFamily="18" charset="0"/>
              </a:rPr>
              <a:t>PLAN DE MODERNIZACIÓN Y DESCONTAMINACIÓN DE LA FUNDICIÓN HERNÁN VIDELA LIRA (PAIPOTE) - ENAMI</a:t>
            </a:r>
            <a:endParaRPr lang="es-CL" sz="2800" dirty="0">
              <a:solidFill>
                <a:srgbClr val="0000CC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1800" kern="0" dirty="0" smtClean="0">
                <a:latin typeface="Times New Roman" pitchFamily="18" charset="0"/>
              </a:rPr>
              <a:t>El año </a:t>
            </a:r>
            <a:r>
              <a:rPr lang="es-ES_tradnl" sz="1800" kern="0" dirty="0">
                <a:latin typeface="Times New Roman" pitchFamily="18" charset="0"/>
              </a:rPr>
              <a:t>1995, según el Decreto Supremo 180 del Ministerio Secretaría General de la Presidencia, la zona donde se ubica el plantel fue declarada saturada de anhídrido sulfuroso y material </a:t>
            </a:r>
            <a:r>
              <a:rPr lang="es-ES_tradnl" sz="1800" kern="0" dirty="0" err="1">
                <a:latin typeface="Times New Roman" pitchFamily="18" charset="0"/>
              </a:rPr>
              <a:t>particulado</a:t>
            </a:r>
            <a:r>
              <a:rPr lang="es-ES_tradnl" sz="1800" kern="0" dirty="0">
                <a:latin typeface="Times New Roman" pitchFamily="18" charset="0"/>
              </a:rPr>
              <a:t>. Ese mismo </a:t>
            </a:r>
            <a:r>
              <a:rPr lang="es-ES_tradnl" sz="1800" kern="0" dirty="0" smtClean="0">
                <a:latin typeface="Times New Roman" pitchFamily="18" charset="0"/>
              </a:rPr>
              <a:t>año, la Fundición Hernán </a:t>
            </a:r>
            <a:r>
              <a:rPr lang="es-ES_tradnl" sz="1800" kern="0" dirty="0" err="1" smtClean="0">
                <a:latin typeface="Times New Roman" pitchFamily="18" charset="0"/>
              </a:rPr>
              <a:t>Videl</a:t>
            </a:r>
            <a:r>
              <a:rPr lang="es-ES_tradnl" sz="1800" kern="0" dirty="0" smtClean="0">
                <a:latin typeface="Times New Roman" pitchFamily="18" charset="0"/>
              </a:rPr>
              <a:t> Lira diseñó </a:t>
            </a:r>
            <a:r>
              <a:rPr lang="es-ES_tradnl" sz="1800" kern="0" dirty="0">
                <a:latin typeface="Times New Roman" pitchFamily="18" charset="0"/>
              </a:rPr>
              <a:t>e inicio su Plan de Modernización y Descontaminación. </a:t>
            </a: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endParaRPr lang="es-ES_tradnl" sz="1800" kern="0" dirty="0">
              <a:latin typeface="Times New Roman" pitchFamily="18" charset="0"/>
            </a:endParaRP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1800" kern="0" dirty="0">
                <a:latin typeface="Times New Roman" pitchFamily="18" charset="0"/>
              </a:rPr>
              <a:t>El Plan de Modernización </a:t>
            </a:r>
            <a:r>
              <a:rPr lang="es-ES_tradnl" sz="1800" kern="0" dirty="0" smtClean="0">
                <a:latin typeface="Times New Roman" pitchFamily="18" charset="0"/>
              </a:rPr>
              <a:t>y Descontaminación implicó </a:t>
            </a:r>
            <a:r>
              <a:rPr lang="es-ES_tradnl" sz="1800" kern="0" dirty="0">
                <a:latin typeface="Times New Roman" pitchFamily="18" charset="0"/>
              </a:rPr>
              <a:t>una inversión del orden de los 100 millones de dólares</a:t>
            </a:r>
            <a:r>
              <a:rPr lang="es-ES_tradnl" sz="1800" kern="0" dirty="0" smtClean="0">
                <a:latin typeface="Times New Roman" pitchFamily="18" charset="0"/>
              </a:rPr>
              <a:t>, considerando nueva </a:t>
            </a:r>
            <a:r>
              <a:rPr lang="es-ES_tradnl" sz="1800" kern="0" dirty="0">
                <a:latin typeface="Times New Roman" pitchFamily="18" charset="0"/>
              </a:rPr>
              <a:t>tecnología del proceso de fundición </a:t>
            </a:r>
            <a:r>
              <a:rPr lang="es-ES_tradnl" sz="1800" kern="0" dirty="0" smtClean="0">
                <a:latin typeface="Times New Roman" pitchFamily="18" charset="0"/>
              </a:rPr>
              <a:t>y algunas de las siguientes innovaciones:</a:t>
            </a:r>
            <a:endParaRPr lang="es-ES_tradnl" sz="1800" kern="0" dirty="0">
              <a:latin typeface="Times New Roman" pitchFamily="18" charset="0"/>
            </a:endParaRP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endParaRPr lang="es-ES_tradnl" sz="1800" kern="0" dirty="0">
              <a:latin typeface="Times New Roman" pitchFamily="18" charset="0"/>
            </a:endParaRP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1800" kern="0" dirty="0" smtClean="0">
                <a:solidFill>
                  <a:srgbClr val="006600"/>
                </a:solidFill>
                <a:latin typeface="Times New Roman" pitchFamily="18" charset="0"/>
              </a:rPr>
              <a:t>Un horno Convertidor </a:t>
            </a:r>
            <a:r>
              <a:rPr lang="es-ES_tradnl" sz="1800" kern="0" dirty="0">
                <a:solidFill>
                  <a:srgbClr val="006600"/>
                </a:solidFill>
                <a:latin typeface="Times New Roman" pitchFamily="18" charset="0"/>
              </a:rPr>
              <a:t>Teniente en reemplazo del horno reverbero.</a:t>
            </a: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1800" kern="0" dirty="0">
                <a:solidFill>
                  <a:srgbClr val="006600"/>
                </a:solidFill>
                <a:latin typeface="Times New Roman" pitchFamily="18" charset="0"/>
              </a:rPr>
              <a:t>Una planta de oxígeno.</a:t>
            </a: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1800" kern="0" dirty="0">
                <a:solidFill>
                  <a:srgbClr val="006600"/>
                </a:solidFill>
                <a:latin typeface="Times New Roman" pitchFamily="18" charset="0"/>
              </a:rPr>
              <a:t>Una segunda planta de </a:t>
            </a:r>
            <a:r>
              <a:rPr lang="es-ES_tradnl" sz="1800" kern="0" dirty="0" smtClean="0">
                <a:solidFill>
                  <a:srgbClr val="006600"/>
                </a:solidFill>
                <a:latin typeface="Times New Roman" pitchFamily="18" charset="0"/>
              </a:rPr>
              <a:t>ácido sulfúrico.</a:t>
            </a:r>
            <a:endParaRPr lang="es-ES_tradnl" sz="1800" kern="0" dirty="0">
              <a:solidFill>
                <a:srgbClr val="006600"/>
              </a:solidFill>
              <a:latin typeface="Times New Roman" pitchFamily="18" charset="0"/>
            </a:endParaRP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1800" kern="0" dirty="0">
                <a:solidFill>
                  <a:srgbClr val="006600"/>
                </a:solidFill>
                <a:latin typeface="Times New Roman" pitchFamily="18" charset="0"/>
              </a:rPr>
              <a:t>Una planta de secado de concentrado. </a:t>
            </a: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1800" kern="0" dirty="0" smtClean="0">
                <a:solidFill>
                  <a:srgbClr val="006600"/>
                </a:solidFill>
                <a:latin typeface="Times New Roman" pitchFamily="18" charset="0"/>
              </a:rPr>
              <a:t>Un sistema </a:t>
            </a:r>
            <a:r>
              <a:rPr lang="es-ES_tradnl" sz="1800" kern="0" dirty="0">
                <a:solidFill>
                  <a:srgbClr val="006600"/>
                </a:solidFill>
                <a:latin typeface="Times New Roman" pitchFamily="18" charset="0"/>
              </a:rPr>
              <a:t>de transporte neumático de concentrado e inyección.</a:t>
            </a: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1800" kern="0" dirty="0" smtClean="0">
                <a:solidFill>
                  <a:srgbClr val="006600"/>
                </a:solidFill>
                <a:latin typeface="Times New Roman" pitchFamily="18" charset="0"/>
              </a:rPr>
              <a:t>Una cámara </a:t>
            </a:r>
            <a:r>
              <a:rPr lang="es-ES_tradnl" sz="1800" kern="0" dirty="0">
                <a:solidFill>
                  <a:srgbClr val="006600"/>
                </a:solidFill>
                <a:latin typeface="Times New Roman" pitchFamily="18" charset="0"/>
              </a:rPr>
              <a:t>de enfriamiento y ducto de gases .</a:t>
            </a: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1800" kern="0" dirty="0" err="1">
                <a:solidFill>
                  <a:srgbClr val="006600"/>
                </a:solidFill>
                <a:latin typeface="Times New Roman" pitchFamily="18" charset="0"/>
              </a:rPr>
              <a:t>P</a:t>
            </a:r>
            <a:r>
              <a:rPr lang="es-ES_tradnl" sz="1800" kern="0" dirty="0" err="1" smtClean="0">
                <a:solidFill>
                  <a:srgbClr val="006600"/>
                </a:solidFill>
                <a:latin typeface="Times New Roman" pitchFamily="18" charset="0"/>
              </a:rPr>
              <a:t>recipitadores</a:t>
            </a:r>
            <a:r>
              <a:rPr lang="es-ES_tradnl" sz="1800" kern="0" dirty="0" smtClean="0">
                <a:solidFill>
                  <a:srgbClr val="006600"/>
                </a:solidFill>
                <a:latin typeface="Times New Roman" pitchFamily="18" charset="0"/>
              </a:rPr>
              <a:t> </a:t>
            </a:r>
            <a:r>
              <a:rPr lang="es-ES_tradnl" sz="1800" kern="0" dirty="0">
                <a:solidFill>
                  <a:srgbClr val="006600"/>
                </a:solidFill>
                <a:latin typeface="Times New Roman" pitchFamily="18" charset="0"/>
              </a:rPr>
              <a:t>electrostáticos.</a:t>
            </a:r>
          </a:p>
          <a:p>
            <a:pPr lvl="0" algn="just" fontAlgn="base">
              <a:lnSpc>
                <a:spcPct val="80000"/>
              </a:lnSpc>
              <a:spcAft>
                <a:spcPct val="0"/>
              </a:spcAft>
              <a:buFontTx/>
              <a:buChar char="•"/>
            </a:pPr>
            <a:r>
              <a:rPr lang="es-ES_tradnl" sz="1800" kern="0" dirty="0">
                <a:solidFill>
                  <a:srgbClr val="006600"/>
                </a:solidFill>
                <a:latin typeface="Times New Roman" pitchFamily="18" charset="0"/>
              </a:rPr>
              <a:t>Un horno eléctrico para el tratamiento de escorias.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43827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778098"/>
          </a:xfrm>
        </p:spPr>
        <p:txBody>
          <a:bodyPr>
            <a:normAutofit/>
          </a:bodyPr>
          <a:lstStyle/>
          <a:p>
            <a:r>
              <a:rPr lang="es-ES" sz="1600" b="1" kern="0" dirty="0" smtClean="0">
                <a:solidFill>
                  <a:srgbClr val="003399"/>
                </a:solidFill>
                <a:latin typeface="Times New Roman" pitchFamily="18" charset="0"/>
              </a:rPr>
              <a:t>FUNDICIÓN </a:t>
            </a:r>
            <a:r>
              <a:rPr lang="es-ES" sz="1600" b="1" kern="0" dirty="0">
                <a:solidFill>
                  <a:srgbClr val="003399"/>
                </a:solidFill>
                <a:latin typeface="Times New Roman" pitchFamily="18" charset="0"/>
              </a:rPr>
              <a:t>HERNÁN VIDELA LIRA </a:t>
            </a:r>
            <a:r>
              <a:rPr lang="es-ES" sz="1600" b="1" kern="0" dirty="0" smtClean="0">
                <a:solidFill>
                  <a:srgbClr val="003399"/>
                </a:solidFill>
                <a:latin typeface="Times New Roman" pitchFamily="18" charset="0"/>
              </a:rPr>
              <a:t/>
            </a:r>
            <a:br>
              <a:rPr lang="es-ES" sz="1600" b="1" kern="0" dirty="0" smtClean="0">
                <a:solidFill>
                  <a:srgbClr val="003399"/>
                </a:solidFill>
                <a:latin typeface="Times New Roman" pitchFamily="18" charset="0"/>
              </a:rPr>
            </a:br>
            <a:r>
              <a:rPr lang="es-ES" sz="1600" b="1" kern="0" dirty="0" smtClean="0">
                <a:solidFill>
                  <a:srgbClr val="003399"/>
                </a:solidFill>
                <a:latin typeface="Times New Roman" pitchFamily="18" charset="0"/>
              </a:rPr>
              <a:t>ANTES </a:t>
            </a:r>
            <a:r>
              <a:rPr lang="es-ES" sz="1600" b="1" kern="0" dirty="0">
                <a:solidFill>
                  <a:srgbClr val="003399"/>
                </a:solidFill>
                <a:latin typeface="Times New Roman" pitchFamily="18" charset="0"/>
              </a:rPr>
              <a:t>Y DESPUÉS DEL PLAN </a:t>
            </a:r>
            <a:r>
              <a:rPr lang="es-ES" sz="1600" b="1" kern="0" dirty="0" smtClean="0">
                <a:solidFill>
                  <a:srgbClr val="003399"/>
                </a:solidFill>
                <a:latin typeface="Times New Roman" pitchFamily="18" charset="0"/>
              </a:rPr>
              <a:t>DE MODERNIZACIÓN </a:t>
            </a:r>
            <a:r>
              <a:rPr lang="es-ES" sz="1600" b="1" kern="0" dirty="0">
                <a:solidFill>
                  <a:srgbClr val="003399"/>
                </a:solidFill>
                <a:latin typeface="Times New Roman" pitchFamily="18" charset="0"/>
              </a:rPr>
              <a:t>Y DESCONTAMINACIÓN</a:t>
            </a:r>
            <a:endParaRPr lang="es-CL" sz="28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060848"/>
            <a:ext cx="3779848" cy="3901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197" y="1412776"/>
            <a:ext cx="4816475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687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L" sz="2400" dirty="0" smtClean="0">
                <a:ea typeface="Calibri"/>
                <a:cs typeface="Times New Roman"/>
              </a:rPr>
              <a:t/>
            </a:r>
            <a:br>
              <a:rPr lang="es-CL" sz="2400" dirty="0" smtClean="0">
                <a:ea typeface="Calibri"/>
                <a:cs typeface="Times New Roman"/>
              </a:rPr>
            </a:br>
            <a:r>
              <a:rPr lang="es-CL" sz="2400" dirty="0" smtClean="0">
                <a:solidFill>
                  <a:srgbClr val="0000CC"/>
                </a:solidFill>
                <a:ea typeface="Calibri"/>
                <a:cs typeface="Times New Roman"/>
              </a:rPr>
              <a:t>ANUNCIAN PLAN DE MODERNIZACIÓN </a:t>
            </a:r>
            <a:br>
              <a:rPr lang="es-CL" sz="2400" dirty="0" smtClean="0">
                <a:solidFill>
                  <a:srgbClr val="0000CC"/>
                </a:solidFill>
                <a:ea typeface="Calibri"/>
                <a:cs typeface="Times New Roman"/>
              </a:rPr>
            </a:br>
            <a:r>
              <a:rPr lang="es-CL" sz="2400" dirty="0" smtClean="0">
                <a:solidFill>
                  <a:srgbClr val="0000CC"/>
                </a:solidFill>
                <a:ea typeface="Calibri"/>
                <a:cs typeface="Times New Roman"/>
              </a:rPr>
              <a:t>DE LA FUNDICIÓN HERNÁN VIDELA LIRA (20/04/2018</a:t>
            </a:r>
            <a:r>
              <a:rPr lang="es-CL" sz="2400" dirty="0" smtClean="0">
                <a:ea typeface="Calibri"/>
                <a:cs typeface="Times New Roman"/>
              </a:rPr>
              <a:t>)</a:t>
            </a:r>
            <a:br>
              <a:rPr lang="es-CL" sz="2400" dirty="0" smtClean="0">
                <a:ea typeface="Calibri"/>
                <a:cs typeface="Times New Roman"/>
              </a:rPr>
            </a:br>
            <a:endParaRPr lang="es-CL" sz="24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fontAlgn="base">
              <a:spcAft>
                <a:spcPts val="0"/>
              </a:spcAft>
            </a:pPr>
            <a:r>
              <a:rPr lang="es-CL" sz="2000" dirty="0">
                <a:solidFill>
                  <a:prstClr val="black"/>
                </a:solidFill>
                <a:ea typeface="Times New Roman"/>
              </a:rPr>
              <a:t>E</a:t>
            </a:r>
            <a:r>
              <a:rPr lang="es-CL" sz="2000" dirty="0" smtClean="0">
                <a:solidFill>
                  <a:prstClr val="black"/>
                </a:solidFill>
                <a:ea typeface="Times New Roman"/>
              </a:rPr>
              <a:t>n </a:t>
            </a:r>
            <a:r>
              <a:rPr lang="es-CL" sz="2000" dirty="0">
                <a:solidFill>
                  <a:prstClr val="black"/>
                </a:solidFill>
                <a:ea typeface="Times New Roman"/>
              </a:rPr>
              <a:t>la Fundición Hernán Videla Lira de </a:t>
            </a:r>
            <a:r>
              <a:rPr lang="es-CL" sz="2000" dirty="0" smtClean="0">
                <a:solidFill>
                  <a:prstClr val="black"/>
                </a:solidFill>
                <a:ea typeface="Times New Roman"/>
              </a:rPr>
              <a:t>ENAMI se invertirán </a:t>
            </a:r>
            <a:r>
              <a:rPr lang="es-CL" sz="2000" dirty="0" smtClean="0">
                <a:ea typeface="Times New Roman"/>
              </a:rPr>
              <a:t>US</a:t>
            </a:r>
            <a:r>
              <a:rPr lang="es-CL" sz="2000" dirty="0">
                <a:ea typeface="Times New Roman"/>
              </a:rPr>
              <a:t>$ 54 millones </a:t>
            </a:r>
            <a:r>
              <a:rPr lang="es-CL" sz="2000" dirty="0" smtClean="0">
                <a:ea typeface="Times New Roman"/>
              </a:rPr>
              <a:t>para </a:t>
            </a:r>
            <a:r>
              <a:rPr lang="es-CL" sz="2000" dirty="0">
                <a:ea typeface="Times New Roman"/>
              </a:rPr>
              <a:t>cumplir con el </a:t>
            </a:r>
            <a:r>
              <a:rPr lang="es-CL" sz="2000" u="sng" dirty="0">
                <a:solidFill>
                  <a:srgbClr val="0000FF"/>
                </a:solidFill>
                <a:ea typeface="Times New Roman"/>
                <a:hlinkClick r:id="rId2"/>
              </a:rPr>
              <a:t>Decreto Supremo (DS) 28 </a:t>
            </a:r>
            <a:r>
              <a:rPr lang="es-CL" sz="2000" dirty="0">
                <a:ea typeface="Times New Roman"/>
              </a:rPr>
              <a:t>que regulariza y obliga a mejorar las emisiones ambientales.</a:t>
            </a:r>
            <a:endParaRPr lang="es-CL" sz="2000" dirty="0">
              <a:latin typeface="Times New Roman"/>
              <a:ea typeface="Times New Roman"/>
            </a:endParaRPr>
          </a:p>
          <a:p>
            <a:pPr marL="0" indent="0" algn="just" fontAlgn="base">
              <a:spcAft>
                <a:spcPts val="0"/>
              </a:spcAft>
              <a:buNone/>
            </a:pPr>
            <a:r>
              <a:rPr lang="es-CL" sz="2000" dirty="0">
                <a:ea typeface="Times New Roman"/>
              </a:rPr>
              <a:t> </a:t>
            </a:r>
            <a:endParaRPr lang="es-CL" sz="2000" dirty="0">
              <a:latin typeface="Times New Roman"/>
              <a:ea typeface="Times New Roman"/>
            </a:endParaRPr>
          </a:p>
          <a:p>
            <a:pPr algn="just" fontAlgn="base">
              <a:spcAft>
                <a:spcPts val="0"/>
              </a:spcAft>
            </a:pPr>
            <a:r>
              <a:rPr lang="es-CL" sz="2000" dirty="0" smtClean="0">
                <a:ea typeface="Times New Roman"/>
              </a:rPr>
              <a:t>Actualmente </a:t>
            </a:r>
            <a:r>
              <a:rPr lang="es-CL" sz="2000" dirty="0">
                <a:ea typeface="Times New Roman"/>
              </a:rPr>
              <a:t>las emisiones de la </a:t>
            </a:r>
            <a:r>
              <a:rPr lang="es-CL" sz="2000" dirty="0" smtClean="0">
                <a:ea typeface="Times New Roman"/>
              </a:rPr>
              <a:t>Fundición Hernán Videla Lira </a:t>
            </a:r>
            <a:r>
              <a:rPr lang="es-CL" sz="2000" dirty="0">
                <a:ea typeface="Times New Roman"/>
              </a:rPr>
              <a:t>equivalen a una captura de gases de un 90%, el DS 28 </a:t>
            </a:r>
            <a:r>
              <a:rPr lang="es-CL" sz="2000" dirty="0" smtClean="0">
                <a:ea typeface="Times New Roman"/>
              </a:rPr>
              <a:t>establece </a:t>
            </a:r>
            <a:r>
              <a:rPr lang="es-CL" sz="2000" dirty="0">
                <a:ea typeface="Times New Roman"/>
              </a:rPr>
              <a:t>que para mejorar la condición y la calidad de vida de las personas que viven en el contorno, la captura de gases debe aumentar a un 95%”.</a:t>
            </a:r>
            <a:endParaRPr lang="es-CL" sz="2000" dirty="0">
              <a:latin typeface="Times New Roman"/>
              <a:ea typeface="Times New Roman"/>
            </a:endParaRPr>
          </a:p>
          <a:p>
            <a:pPr marL="0" indent="0" algn="just" fontAlgn="base">
              <a:spcAft>
                <a:spcPts val="0"/>
              </a:spcAft>
              <a:buNone/>
            </a:pPr>
            <a:r>
              <a:rPr lang="es-CL" sz="2000" dirty="0">
                <a:ea typeface="Times New Roman"/>
              </a:rPr>
              <a:t> </a:t>
            </a:r>
            <a:endParaRPr lang="es-CL" sz="2000" dirty="0">
              <a:latin typeface="Times New Roman"/>
              <a:ea typeface="Times New Roman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CL" sz="2000" dirty="0" smtClean="0">
                <a:ea typeface="Calibri"/>
                <a:cs typeface="Times New Roman"/>
              </a:rPr>
              <a:t>Se anunció, que el </a:t>
            </a:r>
            <a:r>
              <a:rPr lang="es-CL" sz="2000" dirty="0">
                <a:ea typeface="Calibri"/>
                <a:cs typeface="Times New Roman"/>
              </a:rPr>
              <a:t>plan de modernización, que considera dos etapas, también generará en este primer bloque un </a:t>
            </a:r>
            <a:r>
              <a:rPr lang="es-CL" sz="2000" dirty="0" err="1">
                <a:ea typeface="Calibri"/>
                <a:cs typeface="Times New Roman"/>
              </a:rPr>
              <a:t>peak</a:t>
            </a:r>
            <a:r>
              <a:rPr lang="es-CL" sz="2000" dirty="0">
                <a:ea typeface="Calibri"/>
                <a:cs typeface="Times New Roman"/>
              </a:rPr>
              <a:t> de contratación de 300 personas, </a:t>
            </a:r>
            <a:r>
              <a:rPr lang="es-CL" sz="2000">
                <a:ea typeface="Calibri"/>
                <a:cs typeface="Times New Roman"/>
              </a:rPr>
              <a:t>durante </a:t>
            </a:r>
            <a:r>
              <a:rPr lang="es-CL" sz="2000" smtClean="0">
                <a:ea typeface="Calibri"/>
                <a:cs typeface="Times New Roman"/>
              </a:rPr>
              <a:t>el año 2018, </a:t>
            </a:r>
            <a:r>
              <a:rPr lang="es-CL" sz="2000" dirty="0">
                <a:ea typeface="Calibri"/>
                <a:cs typeface="Times New Roman"/>
              </a:rPr>
              <a:t>mientras que en la segunda fase, se estima contratar a 3.000 personas, entre el año 2020 y 2022.</a:t>
            </a:r>
          </a:p>
          <a:p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43916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1442</Words>
  <Application>Microsoft Office PowerPoint</Application>
  <PresentationFormat>Presentación en pantalla (4:3)</PresentationFormat>
  <Paragraphs>130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Tema de Office</vt:lpstr>
      <vt:lpstr>GESTIÓN AMBIENTAL</vt:lpstr>
      <vt:lpstr>Presentación de PowerPoint</vt:lpstr>
      <vt:lpstr>MEDIO AMBIENTE: DEFINICIONES</vt:lpstr>
      <vt:lpstr>CONCEPTOS BÁSICOS</vt:lpstr>
      <vt:lpstr>CONCEPTOS BÁSICOS</vt:lpstr>
      <vt:lpstr>CONCEPTOS BÁSICOS</vt:lpstr>
      <vt:lpstr>CONCEPTOS BÁSICOS</vt:lpstr>
      <vt:lpstr>EMPRESA Y MEDIO AMBIENTE</vt:lpstr>
      <vt:lpstr>EMPRESA Y MEDIO AMBIENTE</vt:lpstr>
      <vt:lpstr>ETAPAS DE PRODUCCIÓN DE LA INDUSTRIA MINERO-METALURGICA  Y LA MAGNITUD DE LOS IMPACTOS AMBIENTALES GENERADOS</vt:lpstr>
      <vt:lpstr>PRINCIPALES CONTAMINANTES  DE LA INDUSTRIA MINERO-METALÚRGICA</vt:lpstr>
      <vt:lpstr>REPRESENTACIÓN ESQUEMÁTICA DE LOS TIPOS DE EFLUENTES DE LA INDUSTRIA MINERO-METALÚRGICA DEL COBRE</vt:lpstr>
      <vt:lpstr>EFLUENTES MINERO-METALÚRGICOS, SUS CONTAMINANTES Y TECNOLOGÍAS DE TRATAMIENTO MÁS FRECUENTES, PRODUCTOS RESULTANTES Y CONFINAMIENTO</vt:lpstr>
      <vt:lpstr>FLOTACIÓN DE ESCORIAS DE COBRE EN PLANTA M. A. MATTA-ENAMI</vt:lpstr>
      <vt:lpstr>TRATAMIENTO DE RELAVES DE MINERA CANDELARIA</vt:lpstr>
      <vt:lpstr>PLANTA MAGNETITA  DE CAP MINERÍA</vt:lpstr>
      <vt:lpstr>TECNOLOGÍAS LIMPIAS:  EJEMPLO FUNDICIONES DE COBRE</vt:lpstr>
      <vt:lpstr>PLAN DE MODERNIZACIÓN Y DESCONTAMINACIÓN DE LA FUNDICIÓN HERNÁN VIDELA LIRA (PAIPOTE) - ENAMI</vt:lpstr>
      <vt:lpstr>FUNDICIÓN HERNÁN VIDELA LIRA  ANTES Y DESPUÉS DEL PLAN DE MODERNIZACIÓN Y DESCONTAMINACIÓN</vt:lpstr>
      <vt:lpstr> ANUNCIAN PLAN DE MODERNIZACIÓN  DE LA FUNDICIÓN HERNÁN VIDELA LIRA (20/04/2018) 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AMBIENTAL</dc:title>
  <dc:creator>Osvaldo</dc:creator>
  <cp:lastModifiedBy>OSVALDO</cp:lastModifiedBy>
  <cp:revision>45</cp:revision>
  <dcterms:created xsi:type="dcterms:W3CDTF">2019-01-08T15:47:13Z</dcterms:created>
  <dcterms:modified xsi:type="dcterms:W3CDTF">2022-03-29T15:19:36Z</dcterms:modified>
</cp:coreProperties>
</file>